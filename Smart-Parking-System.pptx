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E62177-31AF-403C-8639-6930802DBEA2}" v="1" dt="2026-06-05T08:55:02.7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3.svg"/></Relationships>
</file>

<file path=ppt/diagrams/_rels/data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Relationship Id="rId4" Type="http://schemas.openxmlformats.org/officeDocument/2006/relationships/image" Target="../media/image16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svg"/><Relationship Id="rId1" Type="http://schemas.openxmlformats.org/officeDocument/2006/relationships/image" Target="../media/image3.svg"/></Relationships>
</file>

<file path=ppt/diagrams/_rels/drawing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E0E36F-30A6-439D-802C-4C35222863F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618D81C-794C-4169-B3FD-11857D9190BE}">
      <dgm:prSet/>
      <dgm:spPr/>
      <dgm:t>
        <a:bodyPr/>
        <a:lstStyle/>
        <a:p>
          <a:pPr>
            <a:defRPr cap="all"/>
          </a:pPr>
          <a:r>
            <a:rPr lang="en-US"/>
            <a:t>Smart system for parking management</a:t>
          </a:r>
        </a:p>
      </dgm:t>
    </dgm:pt>
    <dgm:pt modelId="{D4D2B7B1-301E-44CC-ADDF-919EF3A2F45B}" type="parTrans" cxnId="{F90EE0CF-030D-4AA5-B4D3-EB44BAC2CC7A}">
      <dgm:prSet/>
      <dgm:spPr/>
      <dgm:t>
        <a:bodyPr/>
        <a:lstStyle/>
        <a:p>
          <a:endParaRPr lang="en-US"/>
        </a:p>
      </dgm:t>
    </dgm:pt>
    <dgm:pt modelId="{F8AA5DEA-DDE7-4E72-9C8C-2C35046D95AB}" type="sibTrans" cxnId="{F90EE0CF-030D-4AA5-B4D3-EB44BAC2CC7A}">
      <dgm:prSet/>
      <dgm:spPr/>
      <dgm:t>
        <a:bodyPr/>
        <a:lstStyle/>
        <a:p>
          <a:endParaRPr lang="en-US"/>
        </a:p>
      </dgm:t>
    </dgm:pt>
    <dgm:pt modelId="{AFAD9753-08E2-4A8B-81EB-3FA3694FEF0B}">
      <dgm:prSet/>
      <dgm:spPr/>
      <dgm:t>
        <a:bodyPr/>
        <a:lstStyle/>
        <a:p>
          <a:pPr>
            <a:defRPr cap="all"/>
          </a:pPr>
          <a:r>
            <a:rPr lang="en-US"/>
            <a:t>Detects vehicle entry and exit</a:t>
          </a:r>
        </a:p>
      </dgm:t>
    </dgm:pt>
    <dgm:pt modelId="{418A5C5E-8F32-4BEB-A11E-9A19A10A68E1}" type="parTrans" cxnId="{479EE609-F24E-432B-8EBD-BCF8F3908C7F}">
      <dgm:prSet/>
      <dgm:spPr/>
      <dgm:t>
        <a:bodyPr/>
        <a:lstStyle/>
        <a:p>
          <a:endParaRPr lang="en-US"/>
        </a:p>
      </dgm:t>
    </dgm:pt>
    <dgm:pt modelId="{D7CACB8F-8C8F-4AB9-B75E-E9583E102189}" type="sibTrans" cxnId="{479EE609-F24E-432B-8EBD-BCF8F3908C7F}">
      <dgm:prSet/>
      <dgm:spPr/>
      <dgm:t>
        <a:bodyPr/>
        <a:lstStyle/>
        <a:p>
          <a:endParaRPr lang="en-US"/>
        </a:p>
      </dgm:t>
    </dgm:pt>
    <dgm:pt modelId="{ED7AC7D3-5696-4ABC-B7F3-165F76F30C8E}">
      <dgm:prSet/>
      <dgm:spPr/>
      <dgm:t>
        <a:bodyPr/>
        <a:lstStyle/>
        <a:p>
          <a:pPr>
            <a:defRPr cap="all"/>
          </a:pPr>
          <a:r>
            <a:rPr lang="en-US"/>
            <a:t>Displays available slots in real-time</a:t>
          </a:r>
        </a:p>
      </dgm:t>
    </dgm:pt>
    <dgm:pt modelId="{D20446E5-CD72-4088-9230-5A98EC88CA8F}" type="parTrans" cxnId="{7AD5FCC2-F04A-4741-B902-A16D92B4356F}">
      <dgm:prSet/>
      <dgm:spPr/>
      <dgm:t>
        <a:bodyPr/>
        <a:lstStyle/>
        <a:p>
          <a:endParaRPr lang="en-US"/>
        </a:p>
      </dgm:t>
    </dgm:pt>
    <dgm:pt modelId="{8C2F800E-239E-4A07-A11A-3917A255936E}" type="sibTrans" cxnId="{7AD5FCC2-F04A-4741-B902-A16D92B4356F}">
      <dgm:prSet/>
      <dgm:spPr/>
      <dgm:t>
        <a:bodyPr/>
        <a:lstStyle/>
        <a:p>
          <a:endParaRPr lang="en-US"/>
        </a:p>
      </dgm:t>
    </dgm:pt>
    <dgm:pt modelId="{47B6A2F2-17C7-46B2-8F5E-33925679E059}" type="pres">
      <dgm:prSet presAssocID="{2CE0E36F-30A6-439D-802C-4C35222863F2}" presName="root" presStyleCnt="0">
        <dgm:presLayoutVars>
          <dgm:dir/>
          <dgm:resizeHandles val="exact"/>
        </dgm:presLayoutVars>
      </dgm:prSet>
      <dgm:spPr/>
    </dgm:pt>
    <dgm:pt modelId="{5A27CC50-177F-4434-9560-EC5E72093DEA}" type="pres">
      <dgm:prSet presAssocID="{1618D81C-794C-4169-B3FD-11857D9190BE}" presName="compNode" presStyleCnt="0"/>
      <dgm:spPr/>
    </dgm:pt>
    <dgm:pt modelId="{46E78BCC-7803-497E-AF99-DD915CD008C4}" type="pres">
      <dgm:prSet presAssocID="{1618D81C-794C-4169-B3FD-11857D9190BE}" presName="iconBgRect" presStyleLbl="bgShp" presStyleIdx="0" presStyleCnt="3"/>
      <dgm:spPr/>
    </dgm:pt>
    <dgm:pt modelId="{E78F01E6-F6C1-4CAC-A5F9-397DF4CD761C}" type="pres">
      <dgm:prSet presAssocID="{1618D81C-794C-4169-B3FD-11857D9190B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25722977-E743-441A-9548-D40EB8AAA977}" type="pres">
      <dgm:prSet presAssocID="{1618D81C-794C-4169-B3FD-11857D9190BE}" presName="spaceRect" presStyleCnt="0"/>
      <dgm:spPr/>
    </dgm:pt>
    <dgm:pt modelId="{49FB53FF-0141-4934-BBDC-AF5C08A99EDB}" type="pres">
      <dgm:prSet presAssocID="{1618D81C-794C-4169-B3FD-11857D9190BE}" presName="textRect" presStyleLbl="revTx" presStyleIdx="0" presStyleCnt="3">
        <dgm:presLayoutVars>
          <dgm:chMax val="1"/>
          <dgm:chPref val="1"/>
        </dgm:presLayoutVars>
      </dgm:prSet>
      <dgm:spPr/>
    </dgm:pt>
    <dgm:pt modelId="{BEDF205B-3616-4C50-8270-167AB521FD7C}" type="pres">
      <dgm:prSet presAssocID="{F8AA5DEA-DDE7-4E72-9C8C-2C35046D95AB}" presName="sibTrans" presStyleCnt="0"/>
      <dgm:spPr/>
    </dgm:pt>
    <dgm:pt modelId="{E1939280-A147-447B-8BA1-5EF4B5167F6F}" type="pres">
      <dgm:prSet presAssocID="{AFAD9753-08E2-4A8B-81EB-3FA3694FEF0B}" presName="compNode" presStyleCnt="0"/>
      <dgm:spPr/>
    </dgm:pt>
    <dgm:pt modelId="{651D41B5-44F9-415C-87D7-C95115205A1B}" type="pres">
      <dgm:prSet presAssocID="{AFAD9753-08E2-4A8B-81EB-3FA3694FEF0B}" presName="iconBgRect" presStyleLbl="bgShp" presStyleIdx="1" presStyleCnt="3"/>
      <dgm:spPr/>
    </dgm:pt>
    <dgm:pt modelId="{601BCB90-33CE-4F6F-85ED-32AE58F0131C}" type="pres">
      <dgm:prSet presAssocID="{AFAD9753-08E2-4A8B-81EB-3FA3694FEF0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xi"/>
        </a:ext>
      </dgm:extLst>
    </dgm:pt>
    <dgm:pt modelId="{39DF5681-E4A9-4048-8565-5F11684B0D11}" type="pres">
      <dgm:prSet presAssocID="{AFAD9753-08E2-4A8B-81EB-3FA3694FEF0B}" presName="spaceRect" presStyleCnt="0"/>
      <dgm:spPr/>
    </dgm:pt>
    <dgm:pt modelId="{8B304F7B-420B-4870-82A9-93D13FE85503}" type="pres">
      <dgm:prSet presAssocID="{AFAD9753-08E2-4A8B-81EB-3FA3694FEF0B}" presName="textRect" presStyleLbl="revTx" presStyleIdx="1" presStyleCnt="3">
        <dgm:presLayoutVars>
          <dgm:chMax val="1"/>
          <dgm:chPref val="1"/>
        </dgm:presLayoutVars>
      </dgm:prSet>
      <dgm:spPr/>
    </dgm:pt>
    <dgm:pt modelId="{95742F8A-8B1D-4ED8-BB07-0F5397E78E4A}" type="pres">
      <dgm:prSet presAssocID="{D7CACB8F-8C8F-4AB9-B75E-E9583E102189}" presName="sibTrans" presStyleCnt="0"/>
      <dgm:spPr/>
    </dgm:pt>
    <dgm:pt modelId="{46334EDD-ABA9-40C5-A50D-DD74803AFD18}" type="pres">
      <dgm:prSet presAssocID="{ED7AC7D3-5696-4ABC-B7F3-165F76F30C8E}" presName="compNode" presStyleCnt="0"/>
      <dgm:spPr/>
    </dgm:pt>
    <dgm:pt modelId="{7AD581D0-C7F7-432E-A568-7D73B64A268D}" type="pres">
      <dgm:prSet presAssocID="{ED7AC7D3-5696-4ABC-B7F3-165F76F30C8E}" presName="iconBgRect" presStyleLbl="bgShp" presStyleIdx="2" presStyleCnt="3"/>
      <dgm:spPr/>
    </dgm:pt>
    <dgm:pt modelId="{25C67443-DF48-45FD-BA5E-2A17D77ECE5F}" type="pres">
      <dgm:prSet presAssocID="{ED7AC7D3-5696-4ABC-B7F3-165F76F30C8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257C056C-B5D9-4EB8-B509-9DEE5CEC0D9E}" type="pres">
      <dgm:prSet presAssocID="{ED7AC7D3-5696-4ABC-B7F3-165F76F30C8E}" presName="spaceRect" presStyleCnt="0"/>
      <dgm:spPr/>
    </dgm:pt>
    <dgm:pt modelId="{36A5D289-57FC-47C5-BDB7-EC5AE9ADE928}" type="pres">
      <dgm:prSet presAssocID="{ED7AC7D3-5696-4ABC-B7F3-165F76F30C8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79EE609-F24E-432B-8EBD-BCF8F3908C7F}" srcId="{2CE0E36F-30A6-439D-802C-4C35222863F2}" destId="{AFAD9753-08E2-4A8B-81EB-3FA3694FEF0B}" srcOrd="1" destOrd="0" parTransId="{418A5C5E-8F32-4BEB-A11E-9A19A10A68E1}" sibTransId="{D7CACB8F-8C8F-4AB9-B75E-E9583E102189}"/>
    <dgm:cxn modelId="{B6808776-CD20-4372-8FB5-ABA69DC32FF8}" type="presOf" srcId="{AFAD9753-08E2-4A8B-81EB-3FA3694FEF0B}" destId="{8B304F7B-420B-4870-82A9-93D13FE85503}" srcOrd="0" destOrd="0" presId="urn:microsoft.com/office/officeart/2018/5/layout/IconCircleLabelList"/>
    <dgm:cxn modelId="{92C43FAB-240A-4342-BB14-D9648EA77E9E}" type="presOf" srcId="{1618D81C-794C-4169-B3FD-11857D9190BE}" destId="{49FB53FF-0141-4934-BBDC-AF5C08A99EDB}" srcOrd="0" destOrd="0" presId="urn:microsoft.com/office/officeart/2018/5/layout/IconCircleLabelList"/>
    <dgm:cxn modelId="{3F2B86B2-1E54-4C0F-A833-4FF1AFECEB22}" type="presOf" srcId="{2CE0E36F-30A6-439D-802C-4C35222863F2}" destId="{47B6A2F2-17C7-46B2-8F5E-33925679E059}" srcOrd="0" destOrd="0" presId="urn:microsoft.com/office/officeart/2018/5/layout/IconCircleLabelList"/>
    <dgm:cxn modelId="{AE73B3B7-0741-4184-9D82-438DB850E193}" type="presOf" srcId="{ED7AC7D3-5696-4ABC-B7F3-165F76F30C8E}" destId="{36A5D289-57FC-47C5-BDB7-EC5AE9ADE928}" srcOrd="0" destOrd="0" presId="urn:microsoft.com/office/officeart/2018/5/layout/IconCircleLabelList"/>
    <dgm:cxn modelId="{7AD5FCC2-F04A-4741-B902-A16D92B4356F}" srcId="{2CE0E36F-30A6-439D-802C-4C35222863F2}" destId="{ED7AC7D3-5696-4ABC-B7F3-165F76F30C8E}" srcOrd="2" destOrd="0" parTransId="{D20446E5-CD72-4088-9230-5A98EC88CA8F}" sibTransId="{8C2F800E-239E-4A07-A11A-3917A255936E}"/>
    <dgm:cxn modelId="{F90EE0CF-030D-4AA5-B4D3-EB44BAC2CC7A}" srcId="{2CE0E36F-30A6-439D-802C-4C35222863F2}" destId="{1618D81C-794C-4169-B3FD-11857D9190BE}" srcOrd="0" destOrd="0" parTransId="{D4D2B7B1-301E-44CC-ADDF-919EF3A2F45B}" sibTransId="{F8AA5DEA-DDE7-4E72-9C8C-2C35046D95AB}"/>
    <dgm:cxn modelId="{3AC0C79C-092B-49B0-A170-0176EA280048}" type="presParOf" srcId="{47B6A2F2-17C7-46B2-8F5E-33925679E059}" destId="{5A27CC50-177F-4434-9560-EC5E72093DEA}" srcOrd="0" destOrd="0" presId="urn:microsoft.com/office/officeart/2018/5/layout/IconCircleLabelList"/>
    <dgm:cxn modelId="{581A4527-5E6C-4E5F-A07C-F413A216590A}" type="presParOf" srcId="{5A27CC50-177F-4434-9560-EC5E72093DEA}" destId="{46E78BCC-7803-497E-AF99-DD915CD008C4}" srcOrd="0" destOrd="0" presId="urn:microsoft.com/office/officeart/2018/5/layout/IconCircleLabelList"/>
    <dgm:cxn modelId="{8D16D1A1-E409-46E4-B8CD-994593BB8820}" type="presParOf" srcId="{5A27CC50-177F-4434-9560-EC5E72093DEA}" destId="{E78F01E6-F6C1-4CAC-A5F9-397DF4CD761C}" srcOrd="1" destOrd="0" presId="urn:microsoft.com/office/officeart/2018/5/layout/IconCircleLabelList"/>
    <dgm:cxn modelId="{F002F111-D0EB-4A59-B02F-24273062EAD4}" type="presParOf" srcId="{5A27CC50-177F-4434-9560-EC5E72093DEA}" destId="{25722977-E743-441A-9548-D40EB8AAA977}" srcOrd="2" destOrd="0" presId="urn:microsoft.com/office/officeart/2018/5/layout/IconCircleLabelList"/>
    <dgm:cxn modelId="{6F4345CF-34FD-45B3-8069-9ADADF8B3149}" type="presParOf" srcId="{5A27CC50-177F-4434-9560-EC5E72093DEA}" destId="{49FB53FF-0141-4934-BBDC-AF5C08A99EDB}" srcOrd="3" destOrd="0" presId="urn:microsoft.com/office/officeart/2018/5/layout/IconCircleLabelList"/>
    <dgm:cxn modelId="{2A9E6C91-72BD-4306-9E89-074A62A2044E}" type="presParOf" srcId="{47B6A2F2-17C7-46B2-8F5E-33925679E059}" destId="{BEDF205B-3616-4C50-8270-167AB521FD7C}" srcOrd="1" destOrd="0" presId="urn:microsoft.com/office/officeart/2018/5/layout/IconCircleLabelList"/>
    <dgm:cxn modelId="{6E6AFA1E-A367-46EF-B4A5-817DFF6717E0}" type="presParOf" srcId="{47B6A2F2-17C7-46B2-8F5E-33925679E059}" destId="{E1939280-A147-447B-8BA1-5EF4B5167F6F}" srcOrd="2" destOrd="0" presId="urn:microsoft.com/office/officeart/2018/5/layout/IconCircleLabelList"/>
    <dgm:cxn modelId="{4A024865-39C1-4688-A3EB-42DC56C3FEE1}" type="presParOf" srcId="{E1939280-A147-447B-8BA1-5EF4B5167F6F}" destId="{651D41B5-44F9-415C-87D7-C95115205A1B}" srcOrd="0" destOrd="0" presId="urn:microsoft.com/office/officeart/2018/5/layout/IconCircleLabelList"/>
    <dgm:cxn modelId="{45EAD1DA-F7F9-4E75-84CF-CEB55BD98C61}" type="presParOf" srcId="{E1939280-A147-447B-8BA1-5EF4B5167F6F}" destId="{601BCB90-33CE-4F6F-85ED-32AE58F0131C}" srcOrd="1" destOrd="0" presId="urn:microsoft.com/office/officeart/2018/5/layout/IconCircleLabelList"/>
    <dgm:cxn modelId="{1AFB2F48-53CF-49D6-9BD1-D64280B0B8BE}" type="presParOf" srcId="{E1939280-A147-447B-8BA1-5EF4B5167F6F}" destId="{39DF5681-E4A9-4048-8565-5F11684B0D11}" srcOrd="2" destOrd="0" presId="urn:microsoft.com/office/officeart/2018/5/layout/IconCircleLabelList"/>
    <dgm:cxn modelId="{585FCDF6-E230-4092-BE97-0A3B400A4F3C}" type="presParOf" srcId="{E1939280-A147-447B-8BA1-5EF4B5167F6F}" destId="{8B304F7B-420B-4870-82A9-93D13FE85503}" srcOrd="3" destOrd="0" presId="urn:microsoft.com/office/officeart/2018/5/layout/IconCircleLabelList"/>
    <dgm:cxn modelId="{0FD0DEEF-8086-4902-8BE8-1F5F586FCEB9}" type="presParOf" srcId="{47B6A2F2-17C7-46B2-8F5E-33925679E059}" destId="{95742F8A-8B1D-4ED8-BB07-0F5397E78E4A}" srcOrd="3" destOrd="0" presId="urn:microsoft.com/office/officeart/2018/5/layout/IconCircleLabelList"/>
    <dgm:cxn modelId="{061151E2-F2AA-4214-93B9-F74A10275630}" type="presParOf" srcId="{47B6A2F2-17C7-46B2-8F5E-33925679E059}" destId="{46334EDD-ABA9-40C5-A50D-DD74803AFD18}" srcOrd="4" destOrd="0" presId="urn:microsoft.com/office/officeart/2018/5/layout/IconCircleLabelList"/>
    <dgm:cxn modelId="{82FA971A-5328-4355-8C21-9BDC8621CB6F}" type="presParOf" srcId="{46334EDD-ABA9-40C5-A50D-DD74803AFD18}" destId="{7AD581D0-C7F7-432E-A568-7D73B64A268D}" srcOrd="0" destOrd="0" presId="urn:microsoft.com/office/officeart/2018/5/layout/IconCircleLabelList"/>
    <dgm:cxn modelId="{0ED9598F-489E-4338-8689-958F323D677E}" type="presParOf" srcId="{46334EDD-ABA9-40C5-A50D-DD74803AFD18}" destId="{25C67443-DF48-45FD-BA5E-2A17D77ECE5F}" srcOrd="1" destOrd="0" presId="urn:microsoft.com/office/officeart/2018/5/layout/IconCircleLabelList"/>
    <dgm:cxn modelId="{8C4A7843-402B-4E66-86C7-10D1AD1F056E}" type="presParOf" srcId="{46334EDD-ABA9-40C5-A50D-DD74803AFD18}" destId="{257C056C-B5D9-4EB8-B509-9DEE5CEC0D9E}" srcOrd="2" destOrd="0" presId="urn:microsoft.com/office/officeart/2018/5/layout/IconCircleLabelList"/>
    <dgm:cxn modelId="{39339247-AEAA-4CD3-8825-B745CEA162B0}" type="presParOf" srcId="{46334EDD-ABA9-40C5-A50D-DD74803AFD18}" destId="{36A5D289-57FC-47C5-BDB7-EC5AE9ADE92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E8314CF-3DB8-473E-AE29-691EF5BC07B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CD37CE0-F2F5-4D4E-9458-54673426DD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Reduce parking congestion</a:t>
          </a:r>
        </a:p>
      </dgm:t>
    </dgm:pt>
    <dgm:pt modelId="{6B749D1A-591C-4EA3-BCB1-AC7B64848EA5}" type="parTrans" cxnId="{6D487DEB-A9BA-4A6D-B49C-AE9643D2D477}">
      <dgm:prSet/>
      <dgm:spPr/>
      <dgm:t>
        <a:bodyPr/>
        <a:lstStyle/>
        <a:p>
          <a:endParaRPr lang="en-US"/>
        </a:p>
      </dgm:t>
    </dgm:pt>
    <dgm:pt modelId="{ED2E18F6-07E6-4ABF-8E48-D9AAA09FFB82}" type="sibTrans" cxnId="{6D487DEB-A9BA-4A6D-B49C-AE9643D2D477}">
      <dgm:prSet/>
      <dgm:spPr/>
      <dgm:t>
        <a:bodyPr/>
        <a:lstStyle/>
        <a:p>
          <a:endParaRPr lang="en-US"/>
        </a:p>
      </dgm:t>
    </dgm:pt>
    <dgm:pt modelId="{869CD9EE-391C-494A-9430-70A4B92F973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Automate gate control</a:t>
          </a:r>
        </a:p>
      </dgm:t>
    </dgm:pt>
    <dgm:pt modelId="{F5EFF4D0-C193-495E-9D6E-95A1FE156BFE}" type="parTrans" cxnId="{AD7128DD-D083-411D-9712-541A0A04724F}">
      <dgm:prSet/>
      <dgm:spPr/>
      <dgm:t>
        <a:bodyPr/>
        <a:lstStyle/>
        <a:p>
          <a:endParaRPr lang="en-US"/>
        </a:p>
      </dgm:t>
    </dgm:pt>
    <dgm:pt modelId="{005D13AF-D9BD-42B8-A651-299DBF842C06}" type="sibTrans" cxnId="{AD7128DD-D083-411D-9712-541A0A04724F}">
      <dgm:prSet/>
      <dgm:spPr/>
      <dgm:t>
        <a:bodyPr/>
        <a:lstStyle/>
        <a:p>
          <a:endParaRPr lang="en-US"/>
        </a:p>
      </dgm:t>
    </dgm:pt>
    <dgm:pt modelId="{939A8BCD-23D0-4F7E-A898-0CB5D8C776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 real-time availability</a:t>
          </a:r>
        </a:p>
      </dgm:t>
    </dgm:pt>
    <dgm:pt modelId="{4E3AF6C3-C5A1-4EF3-99F3-D316AEC8866A}" type="parTrans" cxnId="{07F737C9-2AB3-4343-9579-2C62AD46D7F2}">
      <dgm:prSet/>
      <dgm:spPr/>
      <dgm:t>
        <a:bodyPr/>
        <a:lstStyle/>
        <a:p>
          <a:endParaRPr lang="en-US"/>
        </a:p>
      </dgm:t>
    </dgm:pt>
    <dgm:pt modelId="{6E2312CB-40A7-4CDD-8B56-A907245484B7}" type="sibTrans" cxnId="{07F737C9-2AB3-4343-9579-2C62AD46D7F2}">
      <dgm:prSet/>
      <dgm:spPr/>
      <dgm:t>
        <a:bodyPr/>
        <a:lstStyle/>
        <a:p>
          <a:endParaRPr lang="en-US"/>
        </a:p>
      </dgm:t>
    </dgm:pt>
    <dgm:pt modelId="{B5A2D49E-DB42-41BC-B0A4-1AF34486EF18}" type="pres">
      <dgm:prSet presAssocID="{3E8314CF-3DB8-473E-AE29-691EF5BC07BD}" presName="root" presStyleCnt="0">
        <dgm:presLayoutVars>
          <dgm:dir/>
          <dgm:resizeHandles val="exact"/>
        </dgm:presLayoutVars>
      </dgm:prSet>
      <dgm:spPr/>
    </dgm:pt>
    <dgm:pt modelId="{CF9BBF54-B262-43D6-9C04-2C772A7844A8}" type="pres">
      <dgm:prSet presAssocID="{5CD37CE0-F2F5-4D4E-9458-54673426DD49}" presName="compNode" presStyleCnt="0"/>
      <dgm:spPr/>
    </dgm:pt>
    <dgm:pt modelId="{86FB236F-8EEC-4DF6-B9E7-EBD68CF25E0E}" type="pres">
      <dgm:prSet presAssocID="{5CD37CE0-F2F5-4D4E-9458-54673426DD49}" presName="bgRect" presStyleLbl="bgShp" presStyleIdx="0" presStyleCnt="3"/>
      <dgm:spPr/>
    </dgm:pt>
    <dgm:pt modelId="{C548709C-5A75-4C5E-926A-A30FF2CA3FE9}" type="pres">
      <dgm:prSet presAssocID="{5CD37CE0-F2F5-4D4E-9458-54673426DD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DA5FCFF9-850D-41F4-83D2-13B9B22D4C27}" type="pres">
      <dgm:prSet presAssocID="{5CD37CE0-F2F5-4D4E-9458-54673426DD49}" presName="spaceRect" presStyleCnt="0"/>
      <dgm:spPr/>
    </dgm:pt>
    <dgm:pt modelId="{96B8195A-D300-49D2-BE97-1994E7874D0E}" type="pres">
      <dgm:prSet presAssocID="{5CD37CE0-F2F5-4D4E-9458-54673426DD49}" presName="parTx" presStyleLbl="revTx" presStyleIdx="0" presStyleCnt="3">
        <dgm:presLayoutVars>
          <dgm:chMax val="0"/>
          <dgm:chPref val="0"/>
        </dgm:presLayoutVars>
      </dgm:prSet>
      <dgm:spPr/>
    </dgm:pt>
    <dgm:pt modelId="{F59059A9-42F4-4EC6-99C3-DB38D16CCADA}" type="pres">
      <dgm:prSet presAssocID="{ED2E18F6-07E6-4ABF-8E48-D9AAA09FFB82}" presName="sibTrans" presStyleCnt="0"/>
      <dgm:spPr/>
    </dgm:pt>
    <dgm:pt modelId="{5EBD7E13-9AC1-4807-864C-A6ABE098C9A9}" type="pres">
      <dgm:prSet presAssocID="{869CD9EE-391C-494A-9430-70A4B92F973F}" presName="compNode" presStyleCnt="0"/>
      <dgm:spPr/>
    </dgm:pt>
    <dgm:pt modelId="{BF3575A4-A363-487D-8973-99C917BEFCB6}" type="pres">
      <dgm:prSet presAssocID="{869CD9EE-391C-494A-9430-70A4B92F973F}" presName="bgRect" presStyleLbl="bgShp" presStyleIdx="1" presStyleCnt="3"/>
      <dgm:spPr/>
    </dgm:pt>
    <dgm:pt modelId="{FB08F6B6-966A-4F71-A782-3DAEEFFFF725}" type="pres">
      <dgm:prSet presAssocID="{869CD9EE-391C-494A-9430-70A4B92F973F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B5301C7-F6E5-4242-86D0-C37EB05B3B49}" type="pres">
      <dgm:prSet presAssocID="{869CD9EE-391C-494A-9430-70A4B92F973F}" presName="spaceRect" presStyleCnt="0"/>
      <dgm:spPr/>
    </dgm:pt>
    <dgm:pt modelId="{0A30D77A-558D-4856-BAAA-A8911BF0FE12}" type="pres">
      <dgm:prSet presAssocID="{869CD9EE-391C-494A-9430-70A4B92F973F}" presName="parTx" presStyleLbl="revTx" presStyleIdx="1" presStyleCnt="3">
        <dgm:presLayoutVars>
          <dgm:chMax val="0"/>
          <dgm:chPref val="0"/>
        </dgm:presLayoutVars>
      </dgm:prSet>
      <dgm:spPr/>
    </dgm:pt>
    <dgm:pt modelId="{15A57F8C-5DA3-4874-A59D-4CCD156D921C}" type="pres">
      <dgm:prSet presAssocID="{005D13AF-D9BD-42B8-A651-299DBF842C06}" presName="sibTrans" presStyleCnt="0"/>
      <dgm:spPr/>
    </dgm:pt>
    <dgm:pt modelId="{2F2B1D22-D114-4B77-804E-1DA96EFBA2C9}" type="pres">
      <dgm:prSet presAssocID="{939A8BCD-23D0-4F7E-A898-0CB5D8C77638}" presName="compNode" presStyleCnt="0"/>
      <dgm:spPr/>
    </dgm:pt>
    <dgm:pt modelId="{9137A0E1-7AC6-4D87-9EC8-DFA19E9392ED}" type="pres">
      <dgm:prSet presAssocID="{939A8BCD-23D0-4F7E-A898-0CB5D8C77638}" presName="bgRect" presStyleLbl="bgShp" presStyleIdx="2" presStyleCnt="3"/>
      <dgm:spPr/>
    </dgm:pt>
    <dgm:pt modelId="{29D0D018-F954-4FF7-942C-07863CE12C88}" type="pres">
      <dgm:prSet presAssocID="{939A8BCD-23D0-4F7E-A898-0CB5D8C7763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676B4797-92C0-4BF5-BAB1-D242F36D574A}" type="pres">
      <dgm:prSet presAssocID="{939A8BCD-23D0-4F7E-A898-0CB5D8C77638}" presName="spaceRect" presStyleCnt="0"/>
      <dgm:spPr/>
    </dgm:pt>
    <dgm:pt modelId="{75EF293E-D21E-4584-B5AC-CC979F5B0314}" type="pres">
      <dgm:prSet presAssocID="{939A8BCD-23D0-4F7E-A898-0CB5D8C7763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33E32AE-04D8-48B6-B174-01D7A83E934C}" type="presOf" srcId="{939A8BCD-23D0-4F7E-A898-0CB5D8C77638}" destId="{75EF293E-D21E-4584-B5AC-CC979F5B0314}" srcOrd="0" destOrd="0" presId="urn:microsoft.com/office/officeart/2018/2/layout/IconVerticalSolidList"/>
    <dgm:cxn modelId="{07F737C9-2AB3-4343-9579-2C62AD46D7F2}" srcId="{3E8314CF-3DB8-473E-AE29-691EF5BC07BD}" destId="{939A8BCD-23D0-4F7E-A898-0CB5D8C77638}" srcOrd="2" destOrd="0" parTransId="{4E3AF6C3-C5A1-4EF3-99F3-D316AEC8866A}" sibTransId="{6E2312CB-40A7-4CDD-8B56-A907245484B7}"/>
    <dgm:cxn modelId="{E40EB3D5-6443-4DFC-8655-AC5B23CBB01E}" type="presOf" srcId="{3E8314CF-3DB8-473E-AE29-691EF5BC07BD}" destId="{B5A2D49E-DB42-41BC-B0A4-1AF34486EF18}" srcOrd="0" destOrd="0" presId="urn:microsoft.com/office/officeart/2018/2/layout/IconVerticalSolidList"/>
    <dgm:cxn modelId="{AD7128DD-D083-411D-9712-541A0A04724F}" srcId="{3E8314CF-3DB8-473E-AE29-691EF5BC07BD}" destId="{869CD9EE-391C-494A-9430-70A4B92F973F}" srcOrd="1" destOrd="0" parTransId="{F5EFF4D0-C193-495E-9D6E-95A1FE156BFE}" sibTransId="{005D13AF-D9BD-42B8-A651-299DBF842C06}"/>
    <dgm:cxn modelId="{6D487DEB-A9BA-4A6D-B49C-AE9643D2D477}" srcId="{3E8314CF-3DB8-473E-AE29-691EF5BC07BD}" destId="{5CD37CE0-F2F5-4D4E-9458-54673426DD49}" srcOrd="0" destOrd="0" parTransId="{6B749D1A-591C-4EA3-BCB1-AC7B64848EA5}" sibTransId="{ED2E18F6-07E6-4ABF-8E48-D9AAA09FFB82}"/>
    <dgm:cxn modelId="{F5262AF5-C4D0-40B7-9FEB-AF84A86BD797}" type="presOf" srcId="{5CD37CE0-F2F5-4D4E-9458-54673426DD49}" destId="{96B8195A-D300-49D2-BE97-1994E7874D0E}" srcOrd="0" destOrd="0" presId="urn:microsoft.com/office/officeart/2018/2/layout/IconVerticalSolidList"/>
    <dgm:cxn modelId="{CAFB56FB-AE67-46F7-AF40-9F68C76556D8}" type="presOf" srcId="{869CD9EE-391C-494A-9430-70A4B92F973F}" destId="{0A30D77A-558D-4856-BAAA-A8911BF0FE12}" srcOrd="0" destOrd="0" presId="urn:microsoft.com/office/officeart/2018/2/layout/IconVerticalSolidList"/>
    <dgm:cxn modelId="{397C5555-A41C-47DD-9D11-B9F338E59D28}" type="presParOf" srcId="{B5A2D49E-DB42-41BC-B0A4-1AF34486EF18}" destId="{CF9BBF54-B262-43D6-9C04-2C772A7844A8}" srcOrd="0" destOrd="0" presId="urn:microsoft.com/office/officeart/2018/2/layout/IconVerticalSolidList"/>
    <dgm:cxn modelId="{BF960F67-9E20-4624-8485-2CE6B0D384F9}" type="presParOf" srcId="{CF9BBF54-B262-43D6-9C04-2C772A7844A8}" destId="{86FB236F-8EEC-4DF6-B9E7-EBD68CF25E0E}" srcOrd="0" destOrd="0" presId="urn:microsoft.com/office/officeart/2018/2/layout/IconVerticalSolidList"/>
    <dgm:cxn modelId="{964E2332-45B6-4FF6-9E33-7B3522446BC3}" type="presParOf" srcId="{CF9BBF54-B262-43D6-9C04-2C772A7844A8}" destId="{C548709C-5A75-4C5E-926A-A30FF2CA3FE9}" srcOrd="1" destOrd="0" presId="urn:microsoft.com/office/officeart/2018/2/layout/IconVerticalSolidList"/>
    <dgm:cxn modelId="{29EBB40D-2E9E-43EF-93DE-3B7A2FF9EB6C}" type="presParOf" srcId="{CF9BBF54-B262-43D6-9C04-2C772A7844A8}" destId="{DA5FCFF9-850D-41F4-83D2-13B9B22D4C27}" srcOrd="2" destOrd="0" presId="urn:microsoft.com/office/officeart/2018/2/layout/IconVerticalSolidList"/>
    <dgm:cxn modelId="{157DC347-6DBA-4D25-BFE9-90EEDE34B41E}" type="presParOf" srcId="{CF9BBF54-B262-43D6-9C04-2C772A7844A8}" destId="{96B8195A-D300-49D2-BE97-1994E7874D0E}" srcOrd="3" destOrd="0" presId="urn:microsoft.com/office/officeart/2018/2/layout/IconVerticalSolidList"/>
    <dgm:cxn modelId="{2D150C9F-C6B4-46EB-9A76-5E3056D09049}" type="presParOf" srcId="{B5A2D49E-DB42-41BC-B0A4-1AF34486EF18}" destId="{F59059A9-42F4-4EC6-99C3-DB38D16CCADA}" srcOrd="1" destOrd="0" presId="urn:microsoft.com/office/officeart/2018/2/layout/IconVerticalSolidList"/>
    <dgm:cxn modelId="{EE57BCCE-0788-45E4-9340-47B17FC18D5A}" type="presParOf" srcId="{B5A2D49E-DB42-41BC-B0A4-1AF34486EF18}" destId="{5EBD7E13-9AC1-4807-864C-A6ABE098C9A9}" srcOrd="2" destOrd="0" presId="urn:microsoft.com/office/officeart/2018/2/layout/IconVerticalSolidList"/>
    <dgm:cxn modelId="{8DBB2DB5-5153-4225-AFD5-98C5B5A7F710}" type="presParOf" srcId="{5EBD7E13-9AC1-4807-864C-A6ABE098C9A9}" destId="{BF3575A4-A363-487D-8973-99C917BEFCB6}" srcOrd="0" destOrd="0" presId="urn:microsoft.com/office/officeart/2018/2/layout/IconVerticalSolidList"/>
    <dgm:cxn modelId="{3DB116EB-778F-421C-AE46-188C58A9E4AC}" type="presParOf" srcId="{5EBD7E13-9AC1-4807-864C-A6ABE098C9A9}" destId="{FB08F6B6-966A-4F71-A782-3DAEEFFFF725}" srcOrd="1" destOrd="0" presId="urn:microsoft.com/office/officeart/2018/2/layout/IconVerticalSolidList"/>
    <dgm:cxn modelId="{5D5134CB-8827-4288-8CD0-D5DC134F5EF5}" type="presParOf" srcId="{5EBD7E13-9AC1-4807-864C-A6ABE098C9A9}" destId="{1B5301C7-F6E5-4242-86D0-C37EB05B3B49}" srcOrd="2" destOrd="0" presId="urn:microsoft.com/office/officeart/2018/2/layout/IconVerticalSolidList"/>
    <dgm:cxn modelId="{809406E8-5820-427E-B1B4-F75438EAE0E9}" type="presParOf" srcId="{5EBD7E13-9AC1-4807-864C-A6ABE098C9A9}" destId="{0A30D77A-558D-4856-BAAA-A8911BF0FE12}" srcOrd="3" destOrd="0" presId="urn:microsoft.com/office/officeart/2018/2/layout/IconVerticalSolidList"/>
    <dgm:cxn modelId="{8457D792-0D60-469B-98CA-FDF6DE23E1DD}" type="presParOf" srcId="{B5A2D49E-DB42-41BC-B0A4-1AF34486EF18}" destId="{15A57F8C-5DA3-4874-A59D-4CCD156D921C}" srcOrd="3" destOrd="0" presId="urn:microsoft.com/office/officeart/2018/2/layout/IconVerticalSolidList"/>
    <dgm:cxn modelId="{C1FBBB4C-2920-4F5C-B416-1E854E5703E9}" type="presParOf" srcId="{B5A2D49E-DB42-41BC-B0A4-1AF34486EF18}" destId="{2F2B1D22-D114-4B77-804E-1DA96EFBA2C9}" srcOrd="4" destOrd="0" presId="urn:microsoft.com/office/officeart/2018/2/layout/IconVerticalSolidList"/>
    <dgm:cxn modelId="{2E7A06D2-EA78-4F19-8806-BFFD362BA34B}" type="presParOf" srcId="{2F2B1D22-D114-4B77-804E-1DA96EFBA2C9}" destId="{9137A0E1-7AC6-4D87-9EC8-DFA19E9392ED}" srcOrd="0" destOrd="0" presId="urn:microsoft.com/office/officeart/2018/2/layout/IconVerticalSolidList"/>
    <dgm:cxn modelId="{F4BB1FD3-A50F-41C0-93C6-09899BC76686}" type="presParOf" srcId="{2F2B1D22-D114-4B77-804E-1DA96EFBA2C9}" destId="{29D0D018-F954-4FF7-942C-07863CE12C88}" srcOrd="1" destOrd="0" presId="urn:microsoft.com/office/officeart/2018/2/layout/IconVerticalSolidList"/>
    <dgm:cxn modelId="{1E508040-73D5-4819-9256-51E94285D866}" type="presParOf" srcId="{2F2B1D22-D114-4B77-804E-1DA96EFBA2C9}" destId="{676B4797-92C0-4BF5-BAB1-D242F36D574A}" srcOrd="2" destOrd="0" presId="urn:microsoft.com/office/officeart/2018/2/layout/IconVerticalSolidList"/>
    <dgm:cxn modelId="{859E3CBA-B8A4-4F31-9703-62C59A84D1CA}" type="presParOf" srcId="{2F2B1D22-D114-4B77-804E-1DA96EFBA2C9}" destId="{75EF293E-D21E-4584-B5AC-CC979F5B03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67870A-DDB6-43D4-821E-C52FF4BC6E8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E9FE85EC-5B2A-411D-B520-14685B375434}">
      <dgm:prSet/>
      <dgm:spPr/>
      <dgm:t>
        <a:bodyPr/>
        <a:lstStyle/>
        <a:p>
          <a:r>
            <a:rPr lang="en-US"/>
            <a:t>Arduino Uno</a:t>
          </a:r>
        </a:p>
      </dgm:t>
    </dgm:pt>
    <dgm:pt modelId="{C41B2487-EFDA-409F-8E65-3661A5919A58}" type="parTrans" cxnId="{0250F1D1-0C4C-411F-A649-FD3B9FC17561}">
      <dgm:prSet/>
      <dgm:spPr/>
      <dgm:t>
        <a:bodyPr/>
        <a:lstStyle/>
        <a:p>
          <a:endParaRPr lang="en-US"/>
        </a:p>
      </dgm:t>
    </dgm:pt>
    <dgm:pt modelId="{64FB623C-7807-40A2-A0DF-FED93FFE4FDA}" type="sibTrans" cxnId="{0250F1D1-0C4C-411F-A649-FD3B9FC17561}">
      <dgm:prSet/>
      <dgm:spPr/>
      <dgm:t>
        <a:bodyPr/>
        <a:lstStyle/>
        <a:p>
          <a:endParaRPr lang="en-US"/>
        </a:p>
      </dgm:t>
    </dgm:pt>
    <dgm:pt modelId="{8B911B27-9A49-4F14-BA50-95B9697E4362}">
      <dgm:prSet/>
      <dgm:spPr/>
      <dgm:t>
        <a:bodyPr/>
        <a:lstStyle/>
        <a:p>
          <a:r>
            <a:rPr lang="en-US"/>
            <a:t>Ultrasonic Sensor</a:t>
          </a:r>
        </a:p>
      </dgm:t>
    </dgm:pt>
    <dgm:pt modelId="{0DE9DC34-737F-40D5-B005-95BB6293C94C}" type="parTrans" cxnId="{0406C040-FC22-460E-BD2E-D55AF54569AD}">
      <dgm:prSet/>
      <dgm:spPr/>
      <dgm:t>
        <a:bodyPr/>
        <a:lstStyle/>
        <a:p>
          <a:endParaRPr lang="en-US"/>
        </a:p>
      </dgm:t>
    </dgm:pt>
    <dgm:pt modelId="{F69E96F4-1A4F-4DDA-A095-AE74C7591DAD}" type="sibTrans" cxnId="{0406C040-FC22-460E-BD2E-D55AF54569AD}">
      <dgm:prSet/>
      <dgm:spPr/>
      <dgm:t>
        <a:bodyPr/>
        <a:lstStyle/>
        <a:p>
          <a:endParaRPr lang="en-US"/>
        </a:p>
      </dgm:t>
    </dgm:pt>
    <dgm:pt modelId="{38240808-9869-400A-8A4F-CD9FECF1DC05}">
      <dgm:prSet/>
      <dgm:spPr/>
      <dgm:t>
        <a:bodyPr/>
        <a:lstStyle/>
        <a:p>
          <a:r>
            <a:rPr lang="en-US"/>
            <a:t>IR Sensor</a:t>
          </a:r>
        </a:p>
      </dgm:t>
    </dgm:pt>
    <dgm:pt modelId="{1D0FA535-CC50-40CB-9FBE-2209CFF6645B}" type="parTrans" cxnId="{0B0F8F6C-CF65-4951-8AE1-3D7BE4519F76}">
      <dgm:prSet/>
      <dgm:spPr/>
      <dgm:t>
        <a:bodyPr/>
        <a:lstStyle/>
        <a:p>
          <a:endParaRPr lang="en-US"/>
        </a:p>
      </dgm:t>
    </dgm:pt>
    <dgm:pt modelId="{AA1098C8-FFC6-4BE2-B6BE-8B5FF1F36570}" type="sibTrans" cxnId="{0B0F8F6C-CF65-4951-8AE1-3D7BE4519F76}">
      <dgm:prSet/>
      <dgm:spPr/>
      <dgm:t>
        <a:bodyPr/>
        <a:lstStyle/>
        <a:p>
          <a:endParaRPr lang="en-US"/>
        </a:p>
      </dgm:t>
    </dgm:pt>
    <dgm:pt modelId="{E6EBB458-C338-4F15-B145-E1D86ACBBFCA}">
      <dgm:prSet/>
      <dgm:spPr/>
      <dgm:t>
        <a:bodyPr/>
        <a:lstStyle/>
        <a:p>
          <a:r>
            <a:rPr lang="en-US"/>
            <a:t>Servo Motor</a:t>
          </a:r>
        </a:p>
      </dgm:t>
    </dgm:pt>
    <dgm:pt modelId="{CAD0D3EA-DB38-4740-8994-5EC01892A489}" type="parTrans" cxnId="{CDFB4D32-4C63-46D7-A050-1068B920262B}">
      <dgm:prSet/>
      <dgm:spPr/>
      <dgm:t>
        <a:bodyPr/>
        <a:lstStyle/>
        <a:p>
          <a:endParaRPr lang="en-US"/>
        </a:p>
      </dgm:t>
    </dgm:pt>
    <dgm:pt modelId="{F708D9FD-E441-48E7-B664-E9B2BD0EA336}" type="sibTrans" cxnId="{CDFB4D32-4C63-46D7-A050-1068B920262B}">
      <dgm:prSet/>
      <dgm:spPr/>
      <dgm:t>
        <a:bodyPr/>
        <a:lstStyle/>
        <a:p>
          <a:endParaRPr lang="en-US"/>
        </a:p>
      </dgm:t>
    </dgm:pt>
    <dgm:pt modelId="{F2C4BE9E-421F-40C4-B874-5F3A5A9708AB}">
      <dgm:prSet/>
      <dgm:spPr/>
      <dgm:t>
        <a:bodyPr/>
        <a:lstStyle/>
        <a:p>
          <a:r>
            <a:rPr lang="en-US"/>
            <a:t>OLED Display</a:t>
          </a:r>
        </a:p>
      </dgm:t>
    </dgm:pt>
    <dgm:pt modelId="{1437B466-C2BA-406C-AABB-D1CC0AAD690E}" type="parTrans" cxnId="{7242C92A-C36C-46A5-A72F-C0E9E6FB4DFA}">
      <dgm:prSet/>
      <dgm:spPr/>
      <dgm:t>
        <a:bodyPr/>
        <a:lstStyle/>
        <a:p>
          <a:endParaRPr lang="en-US"/>
        </a:p>
      </dgm:t>
    </dgm:pt>
    <dgm:pt modelId="{9CA65AA0-2630-486C-8BDA-A76E91452A9E}" type="sibTrans" cxnId="{7242C92A-C36C-46A5-A72F-C0E9E6FB4DFA}">
      <dgm:prSet/>
      <dgm:spPr/>
      <dgm:t>
        <a:bodyPr/>
        <a:lstStyle/>
        <a:p>
          <a:endParaRPr lang="en-US"/>
        </a:p>
      </dgm:t>
    </dgm:pt>
    <dgm:pt modelId="{9CD77D4F-1BDC-49B2-B6D6-186C32629000}">
      <dgm:prSet/>
      <dgm:spPr/>
      <dgm:t>
        <a:bodyPr/>
        <a:lstStyle/>
        <a:p>
          <a:r>
            <a:rPr lang="en-US"/>
            <a:t>Red &amp; Green LEDs</a:t>
          </a:r>
        </a:p>
      </dgm:t>
    </dgm:pt>
    <dgm:pt modelId="{A6554417-BB0D-4A1B-B2CC-3849C19DBCC6}" type="parTrans" cxnId="{DF380B62-212E-4C3F-9261-FA2B45338F6F}">
      <dgm:prSet/>
      <dgm:spPr/>
      <dgm:t>
        <a:bodyPr/>
        <a:lstStyle/>
        <a:p>
          <a:endParaRPr lang="en-US"/>
        </a:p>
      </dgm:t>
    </dgm:pt>
    <dgm:pt modelId="{D2859F60-6853-4A4E-BB30-A0439310B1AE}" type="sibTrans" cxnId="{DF380B62-212E-4C3F-9261-FA2B45338F6F}">
      <dgm:prSet/>
      <dgm:spPr/>
      <dgm:t>
        <a:bodyPr/>
        <a:lstStyle/>
        <a:p>
          <a:endParaRPr lang="en-US"/>
        </a:p>
      </dgm:t>
    </dgm:pt>
    <dgm:pt modelId="{5271A657-F611-477D-AB9D-C7A23C677A98}" type="pres">
      <dgm:prSet presAssocID="{7867870A-DDB6-43D4-821E-C52FF4BC6E86}" presName="linear" presStyleCnt="0">
        <dgm:presLayoutVars>
          <dgm:animLvl val="lvl"/>
          <dgm:resizeHandles val="exact"/>
        </dgm:presLayoutVars>
      </dgm:prSet>
      <dgm:spPr/>
    </dgm:pt>
    <dgm:pt modelId="{62CFD8E3-44E2-4B78-8833-6DA7BF51D6E0}" type="pres">
      <dgm:prSet presAssocID="{E9FE85EC-5B2A-411D-B520-14685B375434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FB9ACBAF-EDD5-4D86-9611-86A85B18F769}" type="pres">
      <dgm:prSet presAssocID="{64FB623C-7807-40A2-A0DF-FED93FFE4FDA}" presName="spacer" presStyleCnt="0"/>
      <dgm:spPr/>
    </dgm:pt>
    <dgm:pt modelId="{028E3CBC-47B8-4343-8438-73C316C39727}" type="pres">
      <dgm:prSet presAssocID="{8B911B27-9A49-4F14-BA50-95B9697E436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C1B23F2E-5957-49BC-9BD6-7C9B8DA50F69}" type="pres">
      <dgm:prSet presAssocID="{F69E96F4-1A4F-4DDA-A095-AE74C7591DAD}" presName="spacer" presStyleCnt="0"/>
      <dgm:spPr/>
    </dgm:pt>
    <dgm:pt modelId="{9B6D22BB-FB6A-4AFF-B8CB-5B66931BAA9E}" type="pres">
      <dgm:prSet presAssocID="{38240808-9869-400A-8A4F-CD9FECF1DC05}" presName="parentText" presStyleLbl="node1" presStyleIdx="2" presStyleCnt="6" custLinFactNeighborX="-39164" custLinFactNeighborY="-7107">
        <dgm:presLayoutVars>
          <dgm:chMax val="0"/>
          <dgm:bulletEnabled val="1"/>
        </dgm:presLayoutVars>
      </dgm:prSet>
      <dgm:spPr/>
    </dgm:pt>
    <dgm:pt modelId="{68A83B88-DD76-4ACA-B46B-8E232F839590}" type="pres">
      <dgm:prSet presAssocID="{AA1098C8-FFC6-4BE2-B6BE-8B5FF1F36570}" presName="spacer" presStyleCnt="0"/>
      <dgm:spPr/>
    </dgm:pt>
    <dgm:pt modelId="{E9BCE826-FCCB-46B7-80C0-2225AE7E25A5}" type="pres">
      <dgm:prSet presAssocID="{E6EBB458-C338-4F15-B145-E1D86ACBBFCA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53F033C-6E27-4801-A173-378110239AAE}" type="pres">
      <dgm:prSet presAssocID="{F708D9FD-E441-48E7-B664-E9B2BD0EA336}" presName="spacer" presStyleCnt="0"/>
      <dgm:spPr/>
    </dgm:pt>
    <dgm:pt modelId="{201AAFF8-71B9-4FA5-B259-8493EB043884}" type="pres">
      <dgm:prSet presAssocID="{F2C4BE9E-421F-40C4-B874-5F3A5A9708AB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A7DD038-3688-471D-AB2D-6E9FA04DDA9E}" type="pres">
      <dgm:prSet presAssocID="{9CA65AA0-2630-486C-8BDA-A76E91452A9E}" presName="spacer" presStyleCnt="0"/>
      <dgm:spPr/>
    </dgm:pt>
    <dgm:pt modelId="{80236F6D-44D6-44F9-AE19-8F85E76086E0}" type="pres">
      <dgm:prSet presAssocID="{9CD77D4F-1BDC-49B2-B6D6-186C32629000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B76A9113-640C-4496-98AB-E1BBEF0EA115}" type="presOf" srcId="{9CD77D4F-1BDC-49B2-B6D6-186C32629000}" destId="{80236F6D-44D6-44F9-AE19-8F85E76086E0}" srcOrd="0" destOrd="0" presId="urn:microsoft.com/office/officeart/2005/8/layout/vList2"/>
    <dgm:cxn modelId="{7242C92A-C36C-46A5-A72F-C0E9E6FB4DFA}" srcId="{7867870A-DDB6-43D4-821E-C52FF4BC6E86}" destId="{F2C4BE9E-421F-40C4-B874-5F3A5A9708AB}" srcOrd="4" destOrd="0" parTransId="{1437B466-C2BA-406C-AABB-D1CC0AAD690E}" sibTransId="{9CA65AA0-2630-486C-8BDA-A76E91452A9E}"/>
    <dgm:cxn modelId="{7F29632F-517C-423A-B9B1-28A1842078C6}" type="presOf" srcId="{8B911B27-9A49-4F14-BA50-95B9697E4362}" destId="{028E3CBC-47B8-4343-8438-73C316C39727}" srcOrd="0" destOrd="0" presId="urn:microsoft.com/office/officeart/2005/8/layout/vList2"/>
    <dgm:cxn modelId="{CDFB4D32-4C63-46D7-A050-1068B920262B}" srcId="{7867870A-DDB6-43D4-821E-C52FF4BC6E86}" destId="{E6EBB458-C338-4F15-B145-E1D86ACBBFCA}" srcOrd="3" destOrd="0" parTransId="{CAD0D3EA-DB38-4740-8994-5EC01892A489}" sibTransId="{F708D9FD-E441-48E7-B664-E9B2BD0EA336}"/>
    <dgm:cxn modelId="{0406C040-FC22-460E-BD2E-D55AF54569AD}" srcId="{7867870A-DDB6-43D4-821E-C52FF4BC6E86}" destId="{8B911B27-9A49-4F14-BA50-95B9697E4362}" srcOrd="1" destOrd="0" parTransId="{0DE9DC34-737F-40D5-B005-95BB6293C94C}" sibTransId="{F69E96F4-1A4F-4DDA-A095-AE74C7591DAD}"/>
    <dgm:cxn modelId="{42B6B861-375C-4F4B-BAC0-BC146BFFAAE8}" type="presOf" srcId="{38240808-9869-400A-8A4F-CD9FECF1DC05}" destId="{9B6D22BB-FB6A-4AFF-B8CB-5B66931BAA9E}" srcOrd="0" destOrd="0" presId="urn:microsoft.com/office/officeart/2005/8/layout/vList2"/>
    <dgm:cxn modelId="{DF380B62-212E-4C3F-9261-FA2B45338F6F}" srcId="{7867870A-DDB6-43D4-821E-C52FF4BC6E86}" destId="{9CD77D4F-1BDC-49B2-B6D6-186C32629000}" srcOrd="5" destOrd="0" parTransId="{A6554417-BB0D-4A1B-B2CC-3849C19DBCC6}" sibTransId="{D2859F60-6853-4A4E-BB30-A0439310B1AE}"/>
    <dgm:cxn modelId="{0B0F8F6C-CF65-4951-8AE1-3D7BE4519F76}" srcId="{7867870A-DDB6-43D4-821E-C52FF4BC6E86}" destId="{38240808-9869-400A-8A4F-CD9FECF1DC05}" srcOrd="2" destOrd="0" parTransId="{1D0FA535-CC50-40CB-9FBE-2209CFF6645B}" sibTransId="{AA1098C8-FFC6-4BE2-B6BE-8B5FF1F36570}"/>
    <dgm:cxn modelId="{466C2E7A-5601-4101-86F7-D091252D7E53}" type="presOf" srcId="{E6EBB458-C338-4F15-B145-E1D86ACBBFCA}" destId="{E9BCE826-FCCB-46B7-80C0-2225AE7E25A5}" srcOrd="0" destOrd="0" presId="urn:microsoft.com/office/officeart/2005/8/layout/vList2"/>
    <dgm:cxn modelId="{222293A2-03ED-405B-A08A-7AB60A4A519F}" type="presOf" srcId="{E9FE85EC-5B2A-411D-B520-14685B375434}" destId="{62CFD8E3-44E2-4B78-8833-6DA7BF51D6E0}" srcOrd="0" destOrd="0" presId="urn:microsoft.com/office/officeart/2005/8/layout/vList2"/>
    <dgm:cxn modelId="{3A6EE2C6-368C-4194-BB50-2D4EBF5B7D3E}" type="presOf" srcId="{7867870A-DDB6-43D4-821E-C52FF4BC6E86}" destId="{5271A657-F611-477D-AB9D-C7A23C677A98}" srcOrd="0" destOrd="0" presId="urn:microsoft.com/office/officeart/2005/8/layout/vList2"/>
    <dgm:cxn modelId="{CABF50CD-A0F7-453F-80C0-866F0321E935}" type="presOf" srcId="{F2C4BE9E-421F-40C4-B874-5F3A5A9708AB}" destId="{201AAFF8-71B9-4FA5-B259-8493EB043884}" srcOrd="0" destOrd="0" presId="urn:microsoft.com/office/officeart/2005/8/layout/vList2"/>
    <dgm:cxn modelId="{0250F1D1-0C4C-411F-A649-FD3B9FC17561}" srcId="{7867870A-DDB6-43D4-821E-C52FF4BC6E86}" destId="{E9FE85EC-5B2A-411D-B520-14685B375434}" srcOrd="0" destOrd="0" parTransId="{C41B2487-EFDA-409F-8E65-3661A5919A58}" sibTransId="{64FB623C-7807-40A2-A0DF-FED93FFE4FDA}"/>
    <dgm:cxn modelId="{1D3FD980-A200-4F9B-B9EA-5E5CDF5B7AE2}" type="presParOf" srcId="{5271A657-F611-477D-AB9D-C7A23C677A98}" destId="{62CFD8E3-44E2-4B78-8833-6DA7BF51D6E0}" srcOrd="0" destOrd="0" presId="urn:microsoft.com/office/officeart/2005/8/layout/vList2"/>
    <dgm:cxn modelId="{D520E28B-119E-441C-95A7-816388DE6067}" type="presParOf" srcId="{5271A657-F611-477D-AB9D-C7A23C677A98}" destId="{FB9ACBAF-EDD5-4D86-9611-86A85B18F769}" srcOrd="1" destOrd="0" presId="urn:microsoft.com/office/officeart/2005/8/layout/vList2"/>
    <dgm:cxn modelId="{DE4977A1-8E45-489B-9269-5003BDEBE125}" type="presParOf" srcId="{5271A657-F611-477D-AB9D-C7A23C677A98}" destId="{028E3CBC-47B8-4343-8438-73C316C39727}" srcOrd="2" destOrd="0" presId="urn:microsoft.com/office/officeart/2005/8/layout/vList2"/>
    <dgm:cxn modelId="{ED19DA00-1C99-4343-A9FD-6B66EA8FF249}" type="presParOf" srcId="{5271A657-F611-477D-AB9D-C7A23C677A98}" destId="{C1B23F2E-5957-49BC-9BD6-7C9B8DA50F69}" srcOrd="3" destOrd="0" presId="urn:microsoft.com/office/officeart/2005/8/layout/vList2"/>
    <dgm:cxn modelId="{44870C5E-3BEB-4D9E-8C74-3E3F1FD57517}" type="presParOf" srcId="{5271A657-F611-477D-AB9D-C7A23C677A98}" destId="{9B6D22BB-FB6A-4AFF-B8CB-5B66931BAA9E}" srcOrd="4" destOrd="0" presId="urn:microsoft.com/office/officeart/2005/8/layout/vList2"/>
    <dgm:cxn modelId="{3F8EA27D-A8A2-4E3F-94B0-A8E28BC4E646}" type="presParOf" srcId="{5271A657-F611-477D-AB9D-C7A23C677A98}" destId="{68A83B88-DD76-4ACA-B46B-8E232F839590}" srcOrd="5" destOrd="0" presId="urn:microsoft.com/office/officeart/2005/8/layout/vList2"/>
    <dgm:cxn modelId="{64941F2C-76A7-4D8A-99C5-36891091CA78}" type="presParOf" srcId="{5271A657-F611-477D-AB9D-C7A23C677A98}" destId="{E9BCE826-FCCB-46B7-80C0-2225AE7E25A5}" srcOrd="6" destOrd="0" presId="urn:microsoft.com/office/officeart/2005/8/layout/vList2"/>
    <dgm:cxn modelId="{69694084-5F06-4476-B9ED-735A91AF012C}" type="presParOf" srcId="{5271A657-F611-477D-AB9D-C7A23C677A98}" destId="{153F033C-6E27-4801-A173-378110239AAE}" srcOrd="7" destOrd="0" presId="urn:microsoft.com/office/officeart/2005/8/layout/vList2"/>
    <dgm:cxn modelId="{A4CA351A-2098-4796-A5B1-4795F79BFA62}" type="presParOf" srcId="{5271A657-F611-477D-AB9D-C7A23C677A98}" destId="{201AAFF8-71B9-4FA5-B259-8493EB043884}" srcOrd="8" destOrd="0" presId="urn:microsoft.com/office/officeart/2005/8/layout/vList2"/>
    <dgm:cxn modelId="{8E7C8018-A307-41E7-AF91-BC875A7E9D80}" type="presParOf" srcId="{5271A657-F611-477D-AB9D-C7A23C677A98}" destId="{7A7DD038-3688-471D-AB2D-6E9FA04DDA9E}" srcOrd="9" destOrd="0" presId="urn:microsoft.com/office/officeart/2005/8/layout/vList2"/>
    <dgm:cxn modelId="{C3F90DAE-9B27-4FF2-A04D-A0012A9ACD76}" type="presParOf" srcId="{5271A657-F611-477D-AB9D-C7A23C677A98}" destId="{80236F6D-44D6-44F9-AE19-8F85E76086E0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EB2EE23-CDB6-4071-8B89-DF9B054F20A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A318DD8-4612-4E42-B85E-7089DDF5544A}">
      <dgm:prSet/>
      <dgm:spPr/>
      <dgm:t>
        <a:bodyPr/>
        <a:lstStyle/>
        <a:p>
          <a:r>
            <a:rPr lang="en-US"/>
            <a:t>Sensors → Arduino → Output Devices</a:t>
          </a:r>
        </a:p>
      </dgm:t>
    </dgm:pt>
    <dgm:pt modelId="{CD04CBF5-F1F2-4124-8868-E0BFBAF68CF2}" type="parTrans" cxnId="{15D2C28A-4514-41BD-A8AE-883E53BA183D}">
      <dgm:prSet/>
      <dgm:spPr/>
      <dgm:t>
        <a:bodyPr/>
        <a:lstStyle/>
        <a:p>
          <a:endParaRPr lang="en-US"/>
        </a:p>
      </dgm:t>
    </dgm:pt>
    <dgm:pt modelId="{B75DF7C7-A8A6-42B9-8424-DB54CAEBE64C}" type="sibTrans" cxnId="{15D2C28A-4514-41BD-A8AE-883E53BA183D}">
      <dgm:prSet/>
      <dgm:spPr/>
      <dgm:t>
        <a:bodyPr/>
        <a:lstStyle/>
        <a:p>
          <a:endParaRPr lang="en-US"/>
        </a:p>
      </dgm:t>
    </dgm:pt>
    <dgm:pt modelId="{BE9E1354-47BE-4564-AD8D-8B40F812DE99}">
      <dgm:prSet/>
      <dgm:spPr/>
      <dgm:t>
        <a:bodyPr/>
        <a:lstStyle/>
        <a:p>
          <a:r>
            <a:rPr lang="en-US"/>
            <a:t>Outputs: Servo, OLED, LEDs</a:t>
          </a:r>
        </a:p>
      </dgm:t>
    </dgm:pt>
    <dgm:pt modelId="{19BFA51D-0A7C-4E9D-9B2D-AE7AB99BEFCB}" type="parTrans" cxnId="{8D4D5A34-DF26-464B-B787-F615C256EEA2}">
      <dgm:prSet/>
      <dgm:spPr/>
      <dgm:t>
        <a:bodyPr/>
        <a:lstStyle/>
        <a:p>
          <a:endParaRPr lang="en-US"/>
        </a:p>
      </dgm:t>
    </dgm:pt>
    <dgm:pt modelId="{D9B582DE-1FF0-4B41-B983-DEADC9C3620D}" type="sibTrans" cxnId="{8D4D5A34-DF26-464B-B787-F615C256EEA2}">
      <dgm:prSet/>
      <dgm:spPr/>
      <dgm:t>
        <a:bodyPr/>
        <a:lstStyle/>
        <a:p>
          <a:endParaRPr lang="en-US"/>
        </a:p>
      </dgm:t>
    </dgm:pt>
    <dgm:pt modelId="{3632BA1C-8D3A-4C11-939B-BF620483E854}">
      <dgm:prSet/>
      <dgm:spPr/>
      <dgm:t>
        <a:bodyPr/>
        <a:lstStyle/>
        <a:p>
          <a:r>
            <a:rPr lang="en-US"/>
            <a:t>Real-time processing</a:t>
          </a:r>
        </a:p>
      </dgm:t>
    </dgm:pt>
    <dgm:pt modelId="{CB42743A-A993-45B2-A575-B92FEC337085}" type="parTrans" cxnId="{F95FAA7A-8C8E-408F-B881-8FBA79554EF1}">
      <dgm:prSet/>
      <dgm:spPr/>
      <dgm:t>
        <a:bodyPr/>
        <a:lstStyle/>
        <a:p>
          <a:endParaRPr lang="en-US"/>
        </a:p>
      </dgm:t>
    </dgm:pt>
    <dgm:pt modelId="{18DA963C-869F-452C-969F-06E5FD33549F}" type="sibTrans" cxnId="{F95FAA7A-8C8E-408F-B881-8FBA79554EF1}">
      <dgm:prSet/>
      <dgm:spPr/>
      <dgm:t>
        <a:bodyPr/>
        <a:lstStyle/>
        <a:p>
          <a:endParaRPr lang="en-US"/>
        </a:p>
      </dgm:t>
    </dgm:pt>
    <dgm:pt modelId="{0ED0B0E5-13F8-4747-BD84-B185FD2BE364}" type="pres">
      <dgm:prSet presAssocID="{6EB2EE23-CDB6-4071-8B89-DF9B054F20A7}" presName="root" presStyleCnt="0">
        <dgm:presLayoutVars>
          <dgm:dir/>
          <dgm:resizeHandles val="exact"/>
        </dgm:presLayoutVars>
      </dgm:prSet>
      <dgm:spPr/>
    </dgm:pt>
    <dgm:pt modelId="{4F762046-063F-4B84-A3C6-4E01455D6573}" type="pres">
      <dgm:prSet presAssocID="{AA318DD8-4612-4E42-B85E-7089DDF5544A}" presName="compNode" presStyleCnt="0"/>
      <dgm:spPr/>
    </dgm:pt>
    <dgm:pt modelId="{6906DFB0-DC09-4CCF-9D9B-EC03790C650E}" type="pres">
      <dgm:prSet presAssocID="{AA318DD8-4612-4E42-B85E-7089DDF5544A}" presName="bgRect" presStyleLbl="bgShp" presStyleIdx="0" presStyleCnt="3"/>
      <dgm:spPr/>
    </dgm:pt>
    <dgm:pt modelId="{D5C22B82-B17B-495E-A901-DC6BC3F9C276}" type="pres">
      <dgm:prSet presAssocID="{AA318DD8-4612-4E42-B85E-7089DDF5544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-Fi"/>
        </a:ext>
      </dgm:extLst>
    </dgm:pt>
    <dgm:pt modelId="{248FE21C-122D-40C3-A0C2-9497B107F457}" type="pres">
      <dgm:prSet presAssocID="{AA318DD8-4612-4E42-B85E-7089DDF5544A}" presName="spaceRect" presStyleCnt="0"/>
      <dgm:spPr/>
    </dgm:pt>
    <dgm:pt modelId="{64AA557B-9423-48F5-A301-5C1216BC11AF}" type="pres">
      <dgm:prSet presAssocID="{AA318DD8-4612-4E42-B85E-7089DDF5544A}" presName="parTx" presStyleLbl="revTx" presStyleIdx="0" presStyleCnt="3">
        <dgm:presLayoutVars>
          <dgm:chMax val="0"/>
          <dgm:chPref val="0"/>
        </dgm:presLayoutVars>
      </dgm:prSet>
      <dgm:spPr/>
    </dgm:pt>
    <dgm:pt modelId="{F950C30D-ED4B-46C6-96F8-6116A01AECC7}" type="pres">
      <dgm:prSet presAssocID="{B75DF7C7-A8A6-42B9-8424-DB54CAEBE64C}" presName="sibTrans" presStyleCnt="0"/>
      <dgm:spPr/>
    </dgm:pt>
    <dgm:pt modelId="{81509185-8807-46C2-89F5-2C5610309874}" type="pres">
      <dgm:prSet presAssocID="{BE9E1354-47BE-4564-AD8D-8B40F812DE99}" presName="compNode" presStyleCnt="0"/>
      <dgm:spPr/>
    </dgm:pt>
    <dgm:pt modelId="{995463F1-5FF2-4B4A-8411-B0B035846230}" type="pres">
      <dgm:prSet presAssocID="{BE9E1354-47BE-4564-AD8D-8B40F812DE99}" presName="bgRect" presStyleLbl="bgShp" presStyleIdx="1" presStyleCnt="3"/>
      <dgm:spPr/>
    </dgm:pt>
    <dgm:pt modelId="{E763FF25-D1C0-42D7-9C19-EB7326DBC129}" type="pres">
      <dgm:prSet presAssocID="{BE9E1354-47BE-4564-AD8D-8B40F812DE9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28EF4731-5042-4A3A-B231-0068B34E40FD}" type="pres">
      <dgm:prSet presAssocID="{BE9E1354-47BE-4564-AD8D-8B40F812DE99}" presName="spaceRect" presStyleCnt="0"/>
      <dgm:spPr/>
    </dgm:pt>
    <dgm:pt modelId="{AFEFC45A-3EBD-4183-9482-3FC5166D8842}" type="pres">
      <dgm:prSet presAssocID="{BE9E1354-47BE-4564-AD8D-8B40F812DE99}" presName="parTx" presStyleLbl="revTx" presStyleIdx="1" presStyleCnt="3">
        <dgm:presLayoutVars>
          <dgm:chMax val="0"/>
          <dgm:chPref val="0"/>
        </dgm:presLayoutVars>
      </dgm:prSet>
      <dgm:spPr/>
    </dgm:pt>
    <dgm:pt modelId="{4030BD17-CA1D-421D-8B68-059BB9C95486}" type="pres">
      <dgm:prSet presAssocID="{D9B582DE-1FF0-4B41-B983-DEADC9C3620D}" presName="sibTrans" presStyleCnt="0"/>
      <dgm:spPr/>
    </dgm:pt>
    <dgm:pt modelId="{76FB834A-114B-40AF-AF39-8358C4F057E3}" type="pres">
      <dgm:prSet presAssocID="{3632BA1C-8D3A-4C11-939B-BF620483E854}" presName="compNode" presStyleCnt="0"/>
      <dgm:spPr/>
    </dgm:pt>
    <dgm:pt modelId="{9AB82D82-2BEA-4BBD-919A-00CF2B0DC458}" type="pres">
      <dgm:prSet presAssocID="{3632BA1C-8D3A-4C11-939B-BF620483E854}" presName="bgRect" presStyleLbl="bgShp" presStyleIdx="2" presStyleCnt="3"/>
      <dgm:spPr/>
    </dgm:pt>
    <dgm:pt modelId="{0720B301-5EE5-482F-B266-580A97D00BA0}" type="pres">
      <dgm:prSet presAssocID="{3632BA1C-8D3A-4C11-939B-BF620483E85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4C318B7-0F05-4D6F-8EAA-AEA84628F1A8}" type="pres">
      <dgm:prSet presAssocID="{3632BA1C-8D3A-4C11-939B-BF620483E854}" presName="spaceRect" presStyleCnt="0"/>
      <dgm:spPr/>
    </dgm:pt>
    <dgm:pt modelId="{ADCD1124-8EF4-42C5-8761-CC6F3FB894CC}" type="pres">
      <dgm:prSet presAssocID="{3632BA1C-8D3A-4C11-939B-BF620483E85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87AB4616-757A-41F2-9F46-C220FBDE11D7}" type="presOf" srcId="{BE9E1354-47BE-4564-AD8D-8B40F812DE99}" destId="{AFEFC45A-3EBD-4183-9482-3FC5166D8842}" srcOrd="0" destOrd="0" presId="urn:microsoft.com/office/officeart/2018/2/layout/IconVerticalSolidList"/>
    <dgm:cxn modelId="{92EF2519-5126-4DCB-8FBA-DA307411B072}" type="presOf" srcId="{AA318DD8-4612-4E42-B85E-7089DDF5544A}" destId="{64AA557B-9423-48F5-A301-5C1216BC11AF}" srcOrd="0" destOrd="0" presId="urn:microsoft.com/office/officeart/2018/2/layout/IconVerticalSolidList"/>
    <dgm:cxn modelId="{8D4D5A34-DF26-464B-B787-F615C256EEA2}" srcId="{6EB2EE23-CDB6-4071-8B89-DF9B054F20A7}" destId="{BE9E1354-47BE-4564-AD8D-8B40F812DE99}" srcOrd="1" destOrd="0" parTransId="{19BFA51D-0A7C-4E9D-9B2D-AE7AB99BEFCB}" sibTransId="{D9B582DE-1FF0-4B41-B983-DEADC9C3620D}"/>
    <dgm:cxn modelId="{DEC7E54D-B803-4166-91EE-C9E37FB21729}" type="presOf" srcId="{6EB2EE23-CDB6-4071-8B89-DF9B054F20A7}" destId="{0ED0B0E5-13F8-4747-BD84-B185FD2BE364}" srcOrd="0" destOrd="0" presId="urn:microsoft.com/office/officeart/2018/2/layout/IconVerticalSolidList"/>
    <dgm:cxn modelId="{F95FAA7A-8C8E-408F-B881-8FBA79554EF1}" srcId="{6EB2EE23-CDB6-4071-8B89-DF9B054F20A7}" destId="{3632BA1C-8D3A-4C11-939B-BF620483E854}" srcOrd="2" destOrd="0" parTransId="{CB42743A-A993-45B2-A575-B92FEC337085}" sibTransId="{18DA963C-869F-452C-969F-06E5FD33549F}"/>
    <dgm:cxn modelId="{15D2C28A-4514-41BD-A8AE-883E53BA183D}" srcId="{6EB2EE23-CDB6-4071-8B89-DF9B054F20A7}" destId="{AA318DD8-4612-4E42-B85E-7089DDF5544A}" srcOrd="0" destOrd="0" parTransId="{CD04CBF5-F1F2-4124-8868-E0BFBAF68CF2}" sibTransId="{B75DF7C7-A8A6-42B9-8424-DB54CAEBE64C}"/>
    <dgm:cxn modelId="{8EA2FFBF-2750-4222-9987-FF81B787482F}" type="presOf" srcId="{3632BA1C-8D3A-4C11-939B-BF620483E854}" destId="{ADCD1124-8EF4-42C5-8761-CC6F3FB894CC}" srcOrd="0" destOrd="0" presId="urn:microsoft.com/office/officeart/2018/2/layout/IconVerticalSolidList"/>
    <dgm:cxn modelId="{A186B843-AF27-4025-9E1C-9E15C938E038}" type="presParOf" srcId="{0ED0B0E5-13F8-4747-BD84-B185FD2BE364}" destId="{4F762046-063F-4B84-A3C6-4E01455D6573}" srcOrd="0" destOrd="0" presId="urn:microsoft.com/office/officeart/2018/2/layout/IconVerticalSolidList"/>
    <dgm:cxn modelId="{4C87E267-874F-47F5-9D50-8D700751218E}" type="presParOf" srcId="{4F762046-063F-4B84-A3C6-4E01455D6573}" destId="{6906DFB0-DC09-4CCF-9D9B-EC03790C650E}" srcOrd="0" destOrd="0" presId="urn:microsoft.com/office/officeart/2018/2/layout/IconVerticalSolidList"/>
    <dgm:cxn modelId="{E70A51EA-28DD-4DDF-94F0-451A47970FEA}" type="presParOf" srcId="{4F762046-063F-4B84-A3C6-4E01455D6573}" destId="{D5C22B82-B17B-495E-A901-DC6BC3F9C276}" srcOrd="1" destOrd="0" presId="urn:microsoft.com/office/officeart/2018/2/layout/IconVerticalSolidList"/>
    <dgm:cxn modelId="{645647B1-5132-4894-B4FF-6C4DAD703E9C}" type="presParOf" srcId="{4F762046-063F-4B84-A3C6-4E01455D6573}" destId="{248FE21C-122D-40C3-A0C2-9497B107F457}" srcOrd="2" destOrd="0" presId="urn:microsoft.com/office/officeart/2018/2/layout/IconVerticalSolidList"/>
    <dgm:cxn modelId="{3136805B-C82B-44A0-9000-CD4A4F4E98EC}" type="presParOf" srcId="{4F762046-063F-4B84-A3C6-4E01455D6573}" destId="{64AA557B-9423-48F5-A301-5C1216BC11AF}" srcOrd="3" destOrd="0" presId="urn:microsoft.com/office/officeart/2018/2/layout/IconVerticalSolidList"/>
    <dgm:cxn modelId="{EA22BC05-09FC-4635-97EC-AF27E9FBD4D0}" type="presParOf" srcId="{0ED0B0E5-13F8-4747-BD84-B185FD2BE364}" destId="{F950C30D-ED4B-46C6-96F8-6116A01AECC7}" srcOrd="1" destOrd="0" presId="urn:microsoft.com/office/officeart/2018/2/layout/IconVerticalSolidList"/>
    <dgm:cxn modelId="{BF0003D6-BCAD-4519-AC53-3A25DE17C319}" type="presParOf" srcId="{0ED0B0E5-13F8-4747-BD84-B185FD2BE364}" destId="{81509185-8807-46C2-89F5-2C5610309874}" srcOrd="2" destOrd="0" presId="urn:microsoft.com/office/officeart/2018/2/layout/IconVerticalSolidList"/>
    <dgm:cxn modelId="{16F01D4E-E34A-48CE-A704-E10A696C8346}" type="presParOf" srcId="{81509185-8807-46C2-89F5-2C5610309874}" destId="{995463F1-5FF2-4B4A-8411-B0B035846230}" srcOrd="0" destOrd="0" presId="urn:microsoft.com/office/officeart/2018/2/layout/IconVerticalSolidList"/>
    <dgm:cxn modelId="{22A59406-37B0-4D73-87DF-B2BDD3823FEF}" type="presParOf" srcId="{81509185-8807-46C2-89F5-2C5610309874}" destId="{E763FF25-D1C0-42D7-9C19-EB7326DBC129}" srcOrd="1" destOrd="0" presId="urn:microsoft.com/office/officeart/2018/2/layout/IconVerticalSolidList"/>
    <dgm:cxn modelId="{01E50049-6D9E-42C3-99EE-0439E5D8D40A}" type="presParOf" srcId="{81509185-8807-46C2-89F5-2C5610309874}" destId="{28EF4731-5042-4A3A-B231-0068B34E40FD}" srcOrd="2" destOrd="0" presId="urn:microsoft.com/office/officeart/2018/2/layout/IconVerticalSolidList"/>
    <dgm:cxn modelId="{78F52206-A39F-48AF-8377-B83CBD50151F}" type="presParOf" srcId="{81509185-8807-46C2-89F5-2C5610309874}" destId="{AFEFC45A-3EBD-4183-9482-3FC5166D8842}" srcOrd="3" destOrd="0" presId="urn:microsoft.com/office/officeart/2018/2/layout/IconVerticalSolidList"/>
    <dgm:cxn modelId="{E386FC47-9C29-4637-9949-E5635C30778A}" type="presParOf" srcId="{0ED0B0E5-13F8-4747-BD84-B185FD2BE364}" destId="{4030BD17-CA1D-421D-8B68-059BB9C95486}" srcOrd="3" destOrd="0" presId="urn:microsoft.com/office/officeart/2018/2/layout/IconVerticalSolidList"/>
    <dgm:cxn modelId="{2B22B629-D67A-4C2F-9745-C6206EA382FC}" type="presParOf" srcId="{0ED0B0E5-13F8-4747-BD84-B185FD2BE364}" destId="{76FB834A-114B-40AF-AF39-8358C4F057E3}" srcOrd="4" destOrd="0" presId="urn:microsoft.com/office/officeart/2018/2/layout/IconVerticalSolidList"/>
    <dgm:cxn modelId="{1699B6A6-CA46-415E-8B71-AD49D3715941}" type="presParOf" srcId="{76FB834A-114B-40AF-AF39-8358C4F057E3}" destId="{9AB82D82-2BEA-4BBD-919A-00CF2B0DC458}" srcOrd="0" destOrd="0" presId="urn:microsoft.com/office/officeart/2018/2/layout/IconVerticalSolidList"/>
    <dgm:cxn modelId="{5E386520-96B2-43E2-A2D8-D81B17BE4164}" type="presParOf" srcId="{76FB834A-114B-40AF-AF39-8358C4F057E3}" destId="{0720B301-5EE5-482F-B266-580A97D00BA0}" srcOrd="1" destOrd="0" presId="urn:microsoft.com/office/officeart/2018/2/layout/IconVerticalSolidList"/>
    <dgm:cxn modelId="{BB19434B-195A-4A92-AE3F-62E563A60339}" type="presParOf" srcId="{76FB834A-114B-40AF-AF39-8358C4F057E3}" destId="{B4C318B7-0F05-4D6F-8EAA-AEA84628F1A8}" srcOrd="2" destOrd="0" presId="urn:microsoft.com/office/officeart/2018/2/layout/IconVerticalSolidList"/>
    <dgm:cxn modelId="{0B30E488-4335-420F-BEE8-37F7A06A18D2}" type="presParOf" srcId="{76FB834A-114B-40AF-AF39-8358C4F057E3}" destId="{ADCD1124-8EF4-42C5-8761-CC6F3FB894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A1E2501-AF42-4372-AFC9-D6CC556AE5C5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9B6B021-5C5D-4E13-AA38-703E65266862}">
      <dgm:prSet/>
      <dgm:spPr/>
      <dgm:t>
        <a:bodyPr/>
        <a:lstStyle/>
        <a:p>
          <a:r>
            <a:rPr lang="en-US"/>
            <a:t>Start system</a:t>
          </a:r>
        </a:p>
      </dgm:t>
    </dgm:pt>
    <dgm:pt modelId="{00981E73-F109-4EF9-8E4C-46AEA6663144}" type="parTrans" cxnId="{568587A5-18FF-4BF5-8DF8-401FC8AC9224}">
      <dgm:prSet/>
      <dgm:spPr/>
      <dgm:t>
        <a:bodyPr/>
        <a:lstStyle/>
        <a:p>
          <a:endParaRPr lang="en-US"/>
        </a:p>
      </dgm:t>
    </dgm:pt>
    <dgm:pt modelId="{EF0FED06-3286-489E-90A2-5E116DF604E5}" type="sibTrans" cxnId="{568587A5-18FF-4BF5-8DF8-401FC8AC9224}">
      <dgm:prSet/>
      <dgm:spPr/>
      <dgm:t>
        <a:bodyPr/>
        <a:lstStyle/>
        <a:p>
          <a:endParaRPr lang="en-US"/>
        </a:p>
      </dgm:t>
    </dgm:pt>
    <dgm:pt modelId="{BF4EC885-89F0-411D-9916-D1630FAE19E9}">
      <dgm:prSet/>
      <dgm:spPr/>
      <dgm:t>
        <a:bodyPr/>
        <a:lstStyle/>
        <a:p>
          <a:r>
            <a:rPr lang="en-US"/>
            <a:t>Check entry sensor</a:t>
          </a:r>
        </a:p>
      </dgm:t>
    </dgm:pt>
    <dgm:pt modelId="{3009BED0-E7EC-4C45-8C07-680DD99B2F53}" type="parTrans" cxnId="{C2F9BDD1-10EB-4E28-9BFB-36352F6175A9}">
      <dgm:prSet/>
      <dgm:spPr/>
      <dgm:t>
        <a:bodyPr/>
        <a:lstStyle/>
        <a:p>
          <a:endParaRPr lang="en-US"/>
        </a:p>
      </dgm:t>
    </dgm:pt>
    <dgm:pt modelId="{4819AAD9-E7D5-42A2-8C69-4C62B21E124E}" type="sibTrans" cxnId="{C2F9BDD1-10EB-4E28-9BFB-36352F6175A9}">
      <dgm:prSet/>
      <dgm:spPr/>
      <dgm:t>
        <a:bodyPr/>
        <a:lstStyle/>
        <a:p>
          <a:endParaRPr lang="en-US"/>
        </a:p>
      </dgm:t>
    </dgm:pt>
    <dgm:pt modelId="{7B739768-537F-4B21-8226-34F71164B006}">
      <dgm:prSet/>
      <dgm:spPr/>
      <dgm:t>
        <a:bodyPr/>
        <a:lstStyle/>
        <a:p>
          <a:r>
            <a:rPr lang="en-US"/>
            <a:t>If slot available → open gate</a:t>
          </a:r>
        </a:p>
      </dgm:t>
    </dgm:pt>
    <dgm:pt modelId="{79AF8A79-8E5B-4AF0-972A-5D9EBAAF3FBA}" type="parTrans" cxnId="{FA4AC3C7-5AB3-4B77-8A4D-43845F84F2B3}">
      <dgm:prSet/>
      <dgm:spPr/>
      <dgm:t>
        <a:bodyPr/>
        <a:lstStyle/>
        <a:p>
          <a:endParaRPr lang="en-US"/>
        </a:p>
      </dgm:t>
    </dgm:pt>
    <dgm:pt modelId="{2BFB9BE3-75C5-48A5-8CF0-BBEC6DE3EECE}" type="sibTrans" cxnId="{FA4AC3C7-5AB3-4B77-8A4D-43845F84F2B3}">
      <dgm:prSet/>
      <dgm:spPr/>
      <dgm:t>
        <a:bodyPr/>
        <a:lstStyle/>
        <a:p>
          <a:endParaRPr lang="en-US"/>
        </a:p>
      </dgm:t>
    </dgm:pt>
    <dgm:pt modelId="{EDC248F8-00A0-4D09-AA05-A33715F7D600}">
      <dgm:prSet/>
      <dgm:spPr/>
      <dgm:t>
        <a:bodyPr/>
        <a:lstStyle/>
        <a:p>
          <a:r>
            <a:rPr lang="en-US"/>
            <a:t>Decrease slot count</a:t>
          </a:r>
        </a:p>
      </dgm:t>
    </dgm:pt>
    <dgm:pt modelId="{5AD44863-2BBB-49FA-A5C0-6D46C89136E3}" type="parTrans" cxnId="{CA999357-06C6-4B68-BD74-17242CDEAB19}">
      <dgm:prSet/>
      <dgm:spPr/>
      <dgm:t>
        <a:bodyPr/>
        <a:lstStyle/>
        <a:p>
          <a:endParaRPr lang="en-US"/>
        </a:p>
      </dgm:t>
    </dgm:pt>
    <dgm:pt modelId="{4EC0D8FE-8BF8-4BE3-8E37-981A1EE63F45}" type="sibTrans" cxnId="{CA999357-06C6-4B68-BD74-17242CDEAB19}">
      <dgm:prSet/>
      <dgm:spPr/>
      <dgm:t>
        <a:bodyPr/>
        <a:lstStyle/>
        <a:p>
          <a:endParaRPr lang="en-US"/>
        </a:p>
      </dgm:t>
    </dgm:pt>
    <dgm:pt modelId="{173088B4-B7F8-47AD-BCB4-C0F001A8006E}">
      <dgm:prSet/>
      <dgm:spPr/>
      <dgm:t>
        <a:bodyPr/>
        <a:lstStyle/>
        <a:p>
          <a:r>
            <a:rPr lang="en-US"/>
            <a:t>Check exit → increase slot</a:t>
          </a:r>
        </a:p>
      </dgm:t>
    </dgm:pt>
    <dgm:pt modelId="{ABDDBC19-753A-45CC-91F3-D8CE80211A3E}" type="parTrans" cxnId="{325FD8B9-4E8E-4BC5-A23A-BB35C0465481}">
      <dgm:prSet/>
      <dgm:spPr/>
      <dgm:t>
        <a:bodyPr/>
        <a:lstStyle/>
        <a:p>
          <a:endParaRPr lang="en-US"/>
        </a:p>
      </dgm:t>
    </dgm:pt>
    <dgm:pt modelId="{0C19119D-5512-4582-82D2-267A99A44685}" type="sibTrans" cxnId="{325FD8B9-4E8E-4BC5-A23A-BB35C0465481}">
      <dgm:prSet/>
      <dgm:spPr/>
      <dgm:t>
        <a:bodyPr/>
        <a:lstStyle/>
        <a:p>
          <a:endParaRPr lang="en-US"/>
        </a:p>
      </dgm:t>
    </dgm:pt>
    <dgm:pt modelId="{99E78A2B-DF65-40A3-A856-2536B6204CB8}" type="pres">
      <dgm:prSet presAssocID="{2A1E2501-AF42-4372-AFC9-D6CC556AE5C5}" presName="outerComposite" presStyleCnt="0">
        <dgm:presLayoutVars>
          <dgm:chMax val="5"/>
          <dgm:dir/>
          <dgm:resizeHandles val="exact"/>
        </dgm:presLayoutVars>
      </dgm:prSet>
      <dgm:spPr/>
    </dgm:pt>
    <dgm:pt modelId="{E6D45AF8-80FD-4196-A375-5C84A9FF6DB6}" type="pres">
      <dgm:prSet presAssocID="{2A1E2501-AF42-4372-AFC9-D6CC556AE5C5}" presName="dummyMaxCanvas" presStyleCnt="0">
        <dgm:presLayoutVars/>
      </dgm:prSet>
      <dgm:spPr/>
    </dgm:pt>
    <dgm:pt modelId="{D8714D1F-21D6-449A-B206-A8FD67ED7245}" type="pres">
      <dgm:prSet presAssocID="{2A1E2501-AF42-4372-AFC9-D6CC556AE5C5}" presName="FiveNodes_1" presStyleLbl="node1" presStyleIdx="0" presStyleCnt="5">
        <dgm:presLayoutVars>
          <dgm:bulletEnabled val="1"/>
        </dgm:presLayoutVars>
      </dgm:prSet>
      <dgm:spPr/>
    </dgm:pt>
    <dgm:pt modelId="{5373F9CB-8788-439A-B7BA-DF67212B1912}" type="pres">
      <dgm:prSet presAssocID="{2A1E2501-AF42-4372-AFC9-D6CC556AE5C5}" presName="FiveNodes_2" presStyleLbl="node1" presStyleIdx="1" presStyleCnt="5">
        <dgm:presLayoutVars>
          <dgm:bulletEnabled val="1"/>
        </dgm:presLayoutVars>
      </dgm:prSet>
      <dgm:spPr/>
    </dgm:pt>
    <dgm:pt modelId="{F3FA329A-98AE-4EEF-AEB9-CFD6DA34AB3B}" type="pres">
      <dgm:prSet presAssocID="{2A1E2501-AF42-4372-AFC9-D6CC556AE5C5}" presName="FiveNodes_3" presStyleLbl="node1" presStyleIdx="2" presStyleCnt="5">
        <dgm:presLayoutVars>
          <dgm:bulletEnabled val="1"/>
        </dgm:presLayoutVars>
      </dgm:prSet>
      <dgm:spPr/>
    </dgm:pt>
    <dgm:pt modelId="{1E80BA05-9B90-4979-8D3A-936FE9AFBE87}" type="pres">
      <dgm:prSet presAssocID="{2A1E2501-AF42-4372-AFC9-D6CC556AE5C5}" presName="FiveNodes_4" presStyleLbl="node1" presStyleIdx="3" presStyleCnt="5">
        <dgm:presLayoutVars>
          <dgm:bulletEnabled val="1"/>
        </dgm:presLayoutVars>
      </dgm:prSet>
      <dgm:spPr/>
    </dgm:pt>
    <dgm:pt modelId="{C3119760-05AE-46C5-BF88-86ACCAF4F6A2}" type="pres">
      <dgm:prSet presAssocID="{2A1E2501-AF42-4372-AFC9-D6CC556AE5C5}" presName="FiveNodes_5" presStyleLbl="node1" presStyleIdx="4" presStyleCnt="5">
        <dgm:presLayoutVars>
          <dgm:bulletEnabled val="1"/>
        </dgm:presLayoutVars>
      </dgm:prSet>
      <dgm:spPr/>
    </dgm:pt>
    <dgm:pt modelId="{FF126FFF-F8CC-495C-89FD-EB1150DAC7CB}" type="pres">
      <dgm:prSet presAssocID="{2A1E2501-AF42-4372-AFC9-D6CC556AE5C5}" presName="FiveConn_1-2" presStyleLbl="fgAccFollowNode1" presStyleIdx="0" presStyleCnt="4">
        <dgm:presLayoutVars>
          <dgm:bulletEnabled val="1"/>
        </dgm:presLayoutVars>
      </dgm:prSet>
      <dgm:spPr/>
    </dgm:pt>
    <dgm:pt modelId="{729DFA2F-B650-4FAD-B911-62E5E4AB0434}" type="pres">
      <dgm:prSet presAssocID="{2A1E2501-AF42-4372-AFC9-D6CC556AE5C5}" presName="FiveConn_2-3" presStyleLbl="fgAccFollowNode1" presStyleIdx="1" presStyleCnt="4">
        <dgm:presLayoutVars>
          <dgm:bulletEnabled val="1"/>
        </dgm:presLayoutVars>
      </dgm:prSet>
      <dgm:spPr/>
    </dgm:pt>
    <dgm:pt modelId="{A6AE4A03-1BA8-45D3-8C56-141556C873A0}" type="pres">
      <dgm:prSet presAssocID="{2A1E2501-AF42-4372-AFC9-D6CC556AE5C5}" presName="FiveConn_3-4" presStyleLbl="fgAccFollowNode1" presStyleIdx="2" presStyleCnt="4">
        <dgm:presLayoutVars>
          <dgm:bulletEnabled val="1"/>
        </dgm:presLayoutVars>
      </dgm:prSet>
      <dgm:spPr/>
    </dgm:pt>
    <dgm:pt modelId="{AB3D53D9-5D35-41E5-B771-FDAACCBE09B7}" type="pres">
      <dgm:prSet presAssocID="{2A1E2501-AF42-4372-AFC9-D6CC556AE5C5}" presName="FiveConn_4-5" presStyleLbl="fgAccFollowNode1" presStyleIdx="3" presStyleCnt="4">
        <dgm:presLayoutVars>
          <dgm:bulletEnabled val="1"/>
        </dgm:presLayoutVars>
      </dgm:prSet>
      <dgm:spPr/>
    </dgm:pt>
    <dgm:pt modelId="{BB4BD062-53EB-42C9-927C-ACABB092E628}" type="pres">
      <dgm:prSet presAssocID="{2A1E2501-AF42-4372-AFC9-D6CC556AE5C5}" presName="FiveNodes_1_text" presStyleLbl="node1" presStyleIdx="4" presStyleCnt="5">
        <dgm:presLayoutVars>
          <dgm:bulletEnabled val="1"/>
        </dgm:presLayoutVars>
      </dgm:prSet>
      <dgm:spPr/>
    </dgm:pt>
    <dgm:pt modelId="{1717C984-1B74-4D89-83EB-AAFEA0DBCFD3}" type="pres">
      <dgm:prSet presAssocID="{2A1E2501-AF42-4372-AFC9-D6CC556AE5C5}" presName="FiveNodes_2_text" presStyleLbl="node1" presStyleIdx="4" presStyleCnt="5">
        <dgm:presLayoutVars>
          <dgm:bulletEnabled val="1"/>
        </dgm:presLayoutVars>
      </dgm:prSet>
      <dgm:spPr/>
    </dgm:pt>
    <dgm:pt modelId="{148A708D-EB59-4CD8-97F8-84B3D68ACDD6}" type="pres">
      <dgm:prSet presAssocID="{2A1E2501-AF42-4372-AFC9-D6CC556AE5C5}" presName="FiveNodes_3_text" presStyleLbl="node1" presStyleIdx="4" presStyleCnt="5">
        <dgm:presLayoutVars>
          <dgm:bulletEnabled val="1"/>
        </dgm:presLayoutVars>
      </dgm:prSet>
      <dgm:spPr/>
    </dgm:pt>
    <dgm:pt modelId="{22E6B758-A342-45BA-9650-8F305EFB32A6}" type="pres">
      <dgm:prSet presAssocID="{2A1E2501-AF42-4372-AFC9-D6CC556AE5C5}" presName="FiveNodes_4_text" presStyleLbl="node1" presStyleIdx="4" presStyleCnt="5">
        <dgm:presLayoutVars>
          <dgm:bulletEnabled val="1"/>
        </dgm:presLayoutVars>
      </dgm:prSet>
      <dgm:spPr/>
    </dgm:pt>
    <dgm:pt modelId="{22AA0A03-17AB-49D1-A897-E088B5FF0816}" type="pres">
      <dgm:prSet presAssocID="{2A1E2501-AF42-4372-AFC9-D6CC556AE5C5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25F50507-3BE3-4E39-AB97-5C31CE15FBF8}" type="presOf" srcId="{2A1E2501-AF42-4372-AFC9-D6CC556AE5C5}" destId="{99E78A2B-DF65-40A3-A856-2536B6204CB8}" srcOrd="0" destOrd="0" presId="urn:microsoft.com/office/officeart/2005/8/layout/vProcess5"/>
    <dgm:cxn modelId="{5CA61407-C2F4-4F80-9BF1-CE751240C236}" type="presOf" srcId="{2BFB9BE3-75C5-48A5-8CF0-BBEC6DE3EECE}" destId="{A6AE4A03-1BA8-45D3-8C56-141556C873A0}" srcOrd="0" destOrd="0" presId="urn:microsoft.com/office/officeart/2005/8/layout/vProcess5"/>
    <dgm:cxn modelId="{A065B10C-8BEF-4F65-B184-9BBE528782E0}" type="presOf" srcId="{4819AAD9-E7D5-42A2-8C69-4C62B21E124E}" destId="{729DFA2F-B650-4FAD-B911-62E5E4AB0434}" srcOrd="0" destOrd="0" presId="urn:microsoft.com/office/officeart/2005/8/layout/vProcess5"/>
    <dgm:cxn modelId="{AEC56A24-2218-4DB2-A0F3-90A84AE14EC4}" type="presOf" srcId="{EF0FED06-3286-489E-90A2-5E116DF604E5}" destId="{FF126FFF-F8CC-495C-89FD-EB1150DAC7CB}" srcOrd="0" destOrd="0" presId="urn:microsoft.com/office/officeart/2005/8/layout/vProcess5"/>
    <dgm:cxn modelId="{A9D4DA3F-B9D9-4FFC-9D0A-D6270143A478}" type="presOf" srcId="{4EC0D8FE-8BF8-4BE3-8E37-981A1EE63F45}" destId="{AB3D53D9-5D35-41E5-B771-FDAACCBE09B7}" srcOrd="0" destOrd="0" presId="urn:microsoft.com/office/officeart/2005/8/layout/vProcess5"/>
    <dgm:cxn modelId="{00246046-DCC4-4CC2-94D2-D72C800D3F69}" type="presOf" srcId="{BF4EC885-89F0-411D-9916-D1630FAE19E9}" destId="{5373F9CB-8788-439A-B7BA-DF67212B1912}" srcOrd="0" destOrd="0" presId="urn:microsoft.com/office/officeart/2005/8/layout/vProcess5"/>
    <dgm:cxn modelId="{CD2D816B-E001-4B9F-9E43-2FFC2F1864C0}" type="presOf" srcId="{EDC248F8-00A0-4D09-AA05-A33715F7D600}" destId="{1E80BA05-9B90-4979-8D3A-936FE9AFBE87}" srcOrd="0" destOrd="0" presId="urn:microsoft.com/office/officeart/2005/8/layout/vProcess5"/>
    <dgm:cxn modelId="{DB215F4C-8305-4320-981B-C0BD34A5FD5D}" type="presOf" srcId="{F9B6B021-5C5D-4E13-AA38-703E65266862}" destId="{BB4BD062-53EB-42C9-927C-ACABB092E628}" srcOrd="1" destOrd="0" presId="urn:microsoft.com/office/officeart/2005/8/layout/vProcess5"/>
    <dgm:cxn modelId="{59448D50-3B2B-4DEF-9072-19634134FFC5}" type="presOf" srcId="{F9B6B021-5C5D-4E13-AA38-703E65266862}" destId="{D8714D1F-21D6-449A-B206-A8FD67ED7245}" srcOrd="0" destOrd="0" presId="urn:microsoft.com/office/officeart/2005/8/layout/vProcess5"/>
    <dgm:cxn modelId="{CA999357-06C6-4B68-BD74-17242CDEAB19}" srcId="{2A1E2501-AF42-4372-AFC9-D6CC556AE5C5}" destId="{EDC248F8-00A0-4D09-AA05-A33715F7D600}" srcOrd="3" destOrd="0" parTransId="{5AD44863-2BBB-49FA-A5C0-6D46C89136E3}" sibTransId="{4EC0D8FE-8BF8-4BE3-8E37-981A1EE63F45}"/>
    <dgm:cxn modelId="{3D02FF80-C118-4A78-90AF-90AC4B9E1EE7}" type="presOf" srcId="{BF4EC885-89F0-411D-9916-D1630FAE19E9}" destId="{1717C984-1B74-4D89-83EB-AAFEA0DBCFD3}" srcOrd="1" destOrd="0" presId="urn:microsoft.com/office/officeart/2005/8/layout/vProcess5"/>
    <dgm:cxn modelId="{67029F8E-387F-405A-8190-71F5C4E4D9C9}" type="presOf" srcId="{EDC248F8-00A0-4D09-AA05-A33715F7D600}" destId="{22E6B758-A342-45BA-9650-8F305EFB32A6}" srcOrd="1" destOrd="0" presId="urn:microsoft.com/office/officeart/2005/8/layout/vProcess5"/>
    <dgm:cxn modelId="{568587A5-18FF-4BF5-8DF8-401FC8AC9224}" srcId="{2A1E2501-AF42-4372-AFC9-D6CC556AE5C5}" destId="{F9B6B021-5C5D-4E13-AA38-703E65266862}" srcOrd="0" destOrd="0" parTransId="{00981E73-F109-4EF9-8E4C-46AEA6663144}" sibTransId="{EF0FED06-3286-489E-90A2-5E116DF604E5}"/>
    <dgm:cxn modelId="{325FD8B9-4E8E-4BC5-A23A-BB35C0465481}" srcId="{2A1E2501-AF42-4372-AFC9-D6CC556AE5C5}" destId="{173088B4-B7F8-47AD-BCB4-C0F001A8006E}" srcOrd="4" destOrd="0" parTransId="{ABDDBC19-753A-45CC-91F3-D8CE80211A3E}" sibTransId="{0C19119D-5512-4582-82D2-267A99A44685}"/>
    <dgm:cxn modelId="{66F084C0-A76F-481B-9AA6-7A584751FD42}" type="presOf" srcId="{7B739768-537F-4B21-8226-34F71164B006}" destId="{F3FA329A-98AE-4EEF-AEB9-CFD6DA34AB3B}" srcOrd="0" destOrd="0" presId="urn:microsoft.com/office/officeart/2005/8/layout/vProcess5"/>
    <dgm:cxn modelId="{AEC0A9C6-CD19-4534-A5BA-841BF0D324EC}" type="presOf" srcId="{7B739768-537F-4B21-8226-34F71164B006}" destId="{148A708D-EB59-4CD8-97F8-84B3D68ACDD6}" srcOrd="1" destOrd="0" presId="urn:microsoft.com/office/officeart/2005/8/layout/vProcess5"/>
    <dgm:cxn modelId="{FA4AC3C7-5AB3-4B77-8A4D-43845F84F2B3}" srcId="{2A1E2501-AF42-4372-AFC9-D6CC556AE5C5}" destId="{7B739768-537F-4B21-8226-34F71164B006}" srcOrd="2" destOrd="0" parTransId="{79AF8A79-8E5B-4AF0-972A-5D9EBAAF3FBA}" sibTransId="{2BFB9BE3-75C5-48A5-8CF0-BBEC6DE3EECE}"/>
    <dgm:cxn modelId="{C2F9BDD1-10EB-4E28-9BFB-36352F6175A9}" srcId="{2A1E2501-AF42-4372-AFC9-D6CC556AE5C5}" destId="{BF4EC885-89F0-411D-9916-D1630FAE19E9}" srcOrd="1" destOrd="0" parTransId="{3009BED0-E7EC-4C45-8C07-680DD99B2F53}" sibTransId="{4819AAD9-E7D5-42A2-8C69-4C62B21E124E}"/>
    <dgm:cxn modelId="{736CA0E7-2E3D-4988-8CD6-051BAA5497F3}" type="presOf" srcId="{173088B4-B7F8-47AD-BCB4-C0F001A8006E}" destId="{C3119760-05AE-46C5-BF88-86ACCAF4F6A2}" srcOrd="0" destOrd="0" presId="urn:microsoft.com/office/officeart/2005/8/layout/vProcess5"/>
    <dgm:cxn modelId="{E887C3FD-321E-49D5-966F-8F6B1FAF67F5}" type="presOf" srcId="{173088B4-B7F8-47AD-BCB4-C0F001A8006E}" destId="{22AA0A03-17AB-49D1-A897-E088B5FF0816}" srcOrd="1" destOrd="0" presId="urn:microsoft.com/office/officeart/2005/8/layout/vProcess5"/>
    <dgm:cxn modelId="{0E720510-9B29-4A15-A58B-E2DE1DC1D7C3}" type="presParOf" srcId="{99E78A2B-DF65-40A3-A856-2536B6204CB8}" destId="{E6D45AF8-80FD-4196-A375-5C84A9FF6DB6}" srcOrd="0" destOrd="0" presId="urn:microsoft.com/office/officeart/2005/8/layout/vProcess5"/>
    <dgm:cxn modelId="{1386F682-89D7-421D-8E33-45B13E5966C0}" type="presParOf" srcId="{99E78A2B-DF65-40A3-A856-2536B6204CB8}" destId="{D8714D1F-21D6-449A-B206-A8FD67ED7245}" srcOrd="1" destOrd="0" presId="urn:microsoft.com/office/officeart/2005/8/layout/vProcess5"/>
    <dgm:cxn modelId="{CD644754-7C07-474B-B2F0-67F3225902D4}" type="presParOf" srcId="{99E78A2B-DF65-40A3-A856-2536B6204CB8}" destId="{5373F9CB-8788-439A-B7BA-DF67212B1912}" srcOrd="2" destOrd="0" presId="urn:microsoft.com/office/officeart/2005/8/layout/vProcess5"/>
    <dgm:cxn modelId="{BBF01704-FDCA-479A-9214-D5C14C27399D}" type="presParOf" srcId="{99E78A2B-DF65-40A3-A856-2536B6204CB8}" destId="{F3FA329A-98AE-4EEF-AEB9-CFD6DA34AB3B}" srcOrd="3" destOrd="0" presId="urn:microsoft.com/office/officeart/2005/8/layout/vProcess5"/>
    <dgm:cxn modelId="{9AF2417A-42C2-46D5-BF56-F788341C436D}" type="presParOf" srcId="{99E78A2B-DF65-40A3-A856-2536B6204CB8}" destId="{1E80BA05-9B90-4979-8D3A-936FE9AFBE87}" srcOrd="4" destOrd="0" presId="urn:microsoft.com/office/officeart/2005/8/layout/vProcess5"/>
    <dgm:cxn modelId="{C900C6D8-1B3E-4CF0-8C51-3D297CF119EA}" type="presParOf" srcId="{99E78A2B-DF65-40A3-A856-2536B6204CB8}" destId="{C3119760-05AE-46C5-BF88-86ACCAF4F6A2}" srcOrd="5" destOrd="0" presId="urn:microsoft.com/office/officeart/2005/8/layout/vProcess5"/>
    <dgm:cxn modelId="{AB4B25DD-4B10-4063-9672-86ABDE20964E}" type="presParOf" srcId="{99E78A2B-DF65-40A3-A856-2536B6204CB8}" destId="{FF126FFF-F8CC-495C-89FD-EB1150DAC7CB}" srcOrd="6" destOrd="0" presId="urn:microsoft.com/office/officeart/2005/8/layout/vProcess5"/>
    <dgm:cxn modelId="{2B0E757C-6411-4D25-B7DC-5F63A3C39D3C}" type="presParOf" srcId="{99E78A2B-DF65-40A3-A856-2536B6204CB8}" destId="{729DFA2F-B650-4FAD-B911-62E5E4AB0434}" srcOrd="7" destOrd="0" presId="urn:microsoft.com/office/officeart/2005/8/layout/vProcess5"/>
    <dgm:cxn modelId="{4DE355C6-FC95-4A8F-BB4B-AB83BE6AB0EB}" type="presParOf" srcId="{99E78A2B-DF65-40A3-A856-2536B6204CB8}" destId="{A6AE4A03-1BA8-45D3-8C56-141556C873A0}" srcOrd="8" destOrd="0" presId="urn:microsoft.com/office/officeart/2005/8/layout/vProcess5"/>
    <dgm:cxn modelId="{B4F23D41-7FEE-41B0-9117-31E77635BBA8}" type="presParOf" srcId="{99E78A2B-DF65-40A3-A856-2536B6204CB8}" destId="{AB3D53D9-5D35-41E5-B771-FDAACCBE09B7}" srcOrd="9" destOrd="0" presId="urn:microsoft.com/office/officeart/2005/8/layout/vProcess5"/>
    <dgm:cxn modelId="{28EB9A9F-B258-4514-9220-E41541D8E411}" type="presParOf" srcId="{99E78A2B-DF65-40A3-A856-2536B6204CB8}" destId="{BB4BD062-53EB-42C9-927C-ACABB092E628}" srcOrd="10" destOrd="0" presId="urn:microsoft.com/office/officeart/2005/8/layout/vProcess5"/>
    <dgm:cxn modelId="{F8E114B8-9D11-49CF-AC60-699A8B44BEB3}" type="presParOf" srcId="{99E78A2B-DF65-40A3-A856-2536B6204CB8}" destId="{1717C984-1B74-4D89-83EB-AAFEA0DBCFD3}" srcOrd="11" destOrd="0" presId="urn:microsoft.com/office/officeart/2005/8/layout/vProcess5"/>
    <dgm:cxn modelId="{10B6A49E-8085-453A-8A10-8503FE038137}" type="presParOf" srcId="{99E78A2B-DF65-40A3-A856-2536B6204CB8}" destId="{148A708D-EB59-4CD8-97F8-84B3D68ACDD6}" srcOrd="12" destOrd="0" presId="urn:microsoft.com/office/officeart/2005/8/layout/vProcess5"/>
    <dgm:cxn modelId="{94CEB363-24D7-4A7A-A8D8-B37E363AC6B0}" type="presParOf" srcId="{99E78A2B-DF65-40A3-A856-2536B6204CB8}" destId="{22E6B758-A342-45BA-9650-8F305EFB32A6}" srcOrd="13" destOrd="0" presId="urn:microsoft.com/office/officeart/2005/8/layout/vProcess5"/>
    <dgm:cxn modelId="{F30D3A75-6A20-48C6-AE81-C7D5ADECA005}" type="presParOf" srcId="{99E78A2B-DF65-40A3-A856-2536B6204CB8}" destId="{22AA0A03-17AB-49D1-A897-E088B5FF0816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C8B8706-0209-4468-B4E5-6A7C438D6ED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62C0C98-0857-48D4-8C7F-F8BB23C70C5A}">
      <dgm:prSet/>
      <dgm:spPr/>
      <dgm:t>
        <a:bodyPr/>
        <a:lstStyle/>
        <a:p>
          <a:r>
            <a:rPr lang="en-US" dirty="0"/>
            <a:t>Low-cost system</a:t>
          </a:r>
        </a:p>
      </dgm:t>
    </dgm:pt>
    <dgm:pt modelId="{39CCDD3A-FD30-4FCA-94C9-CB5576B357E9}" type="parTrans" cxnId="{597B94A4-D1FE-40CB-85F2-85B240A0CACD}">
      <dgm:prSet/>
      <dgm:spPr/>
      <dgm:t>
        <a:bodyPr/>
        <a:lstStyle/>
        <a:p>
          <a:endParaRPr lang="en-US"/>
        </a:p>
      </dgm:t>
    </dgm:pt>
    <dgm:pt modelId="{26F1129F-E9A2-4765-AD43-6102C3DA2928}" type="sibTrans" cxnId="{597B94A4-D1FE-40CB-85F2-85B240A0CACD}">
      <dgm:prSet/>
      <dgm:spPr/>
      <dgm:t>
        <a:bodyPr/>
        <a:lstStyle/>
        <a:p>
          <a:endParaRPr lang="en-US"/>
        </a:p>
      </dgm:t>
    </dgm:pt>
    <dgm:pt modelId="{7D47D7E1-66D2-4FA0-B41D-1C2375A19C26}">
      <dgm:prSet/>
      <dgm:spPr/>
      <dgm:t>
        <a:bodyPr/>
        <a:lstStyle/>
        <a:p>
          <a:r>
            <a:rPr lang="en-US"/>
            <a:t>Easy to implement</a:t>
          </a:r>
        </a:p>
      </dgm:t>
    </dgm:pt>
    <dgm:pt modelId="{C1B7127D-1AD3-4A12-8DA6-4599DF05A22F}" type="parTrans" cxnId="{FCD574EF-26E2-424F-8230-762F8DA3A3E1}">
      <dgm:prSet/>
      <dgm:spPr/>
      <dgm:t>
        <a:bodyPr/>
        <a:lstStyle/>
        <a:p>
          <a:endParaRPr lang="en-US"/>
        </a:p>
      </dgm:t>
    </dgm:pt>
    <dgm:pt modelId="{72E9DC86-1B1A-4511-B4A7-B8064BA33C76}" type="sibTrans" cxnId="{FCD574EF-26E2-424F-8230-762F8DA3A3E1}">
      <dgm:prSet/>
      <dgm:spPr/>
      <dgm:t>
        <a:bodyPr/>
        <a:lstStyle/>
        <a:p>
          <a:endParaRPr lang="en-US"/>
        </a:p>
      </dgm:t>
    </dgm:pt>
    <dgm:pt modelId="{382C2890-3054-4B46-9058-7175FD50EC1B}">
      <dgm:prSet/>
      <dgm:spPr/>
      <dgm:t>
        <a:bodyPr/>
        <a:lstStyle/>
        <a:p>
          <a:r>
            <a:rPr lang="en-US"/>
            <a:t>Real-time monitoring</a:t>
          </a:r>
        </a:p>
      </dgm:t>
    </dgm:pt>
    <dgm:pt modelId="{13E000EA-8C03-41E3-A3E3-88C050EB05BB}" type="parTrans" cxnId="{639EDB09-0A12-49C8-A042-90C6E7455F1C}">
      <dgm:prSet/>
      <dgm:spPr/>
      <dgm:t>
        <a:bodyPr/>
        <a:lstStyle/>
        <a:p>
          <a:endParaRPr lang="en-US"/>
        </a:p>
      </dgm:t>
    </dgm:pt>
    <dgm:pt modelId="{8C962DA2-F41B-4530-A7A0-D7FBB7586D6D}" type="sibTrans" cxnId="{639EDB09-0A12-49C8-A042-90C6E7455F1C}">
      <dgm:prSet/>
      <dgm:spPr/>
      <dgm:t>
        <a:bodyPr/>
        <a:lstStyle/>
        <a:p>
          <a:endParaRPr lang="en-US"/>
        </a:p>
      </dgm:t>
    </dgm:pt>
    <dgm:pt modelId="{EF70D13E-3B0B-4D71-8D34-847DE6467CAF}">
      <dgm:prSet/>
      <dgm:spPr/>
      <dgm:t>
        <a:bodyPr/>
        <a:lstStyle/>
        <a:p>
          <a:r>
            <a:rPr lang="en-US"/>
            <a:t>Reduces manual work</a:t>
          </a:r>
        </a:p>
      </dgm:t>
    </dgm:pt>
    <dgm:pt modelId="{838D5AEB-23E2-427A-BD59-37B0A87D7EC3}" type="parTrans" cxnId="{E9888A2B-A73D-49E0-B563-474FDF855342}">
      <dgm:prSet/>
      <dgm:spPr/>
      <dgm:t>
        <a:bodyPr/>
        <a:lstStyle/>
        <a:p>
          <a:endParaRPr lang="en-US"/>
        </a:p>
      </dgm:t>
    </dgm:pt>
    <dgm:pt modelId="{689CB813-E249-4FED-8BD8-DC609478C283}" type="sibTrans" cxnId="{E9888A2B-A73D-49E0-B563-474FDF855342}">
      <dgm:prSet/>
      <dgm:spPr/>
      <dgm:t>
        <a:bodyPr/>
        <a:lstStyle/>
        <a:p>
          <a:endParaRPr lang="en-US"/>
        </a:p>
      </dgm:t>
    </dgm:pt>
    <dgm:pt modelId="{B0277FC0-F802-4B85-BE6E-84358C0832F5}" type="pres">
      <dgm:prSet presAssocID="{0C8B8706-0209-4468-B4E5-6A7C438D6ED6}" presName="root" presStyleCnt="0">
        <dgm:presLayoutVars>
          <dgm:dir/>
          <dgm:resizeHandles val="exact"/>
        </dgm:presLayoutVars>
      </dgm:prSet>
      <dgm:spPr/>
    </dgm:pt>
    <dgm:pt modelId="{241B0BE7-6D6E-4311-9307-17ED704613E1}" type="pres">
      <dgm:prSet presAssocID="{662C0C98-0857-48D4-8C7F-F8BB23C70C5A}" presName="compNode" presStyleCnt="0"/>
      <dgm:spPr/>
    </dgm:pt>
    <dgm:pt modelId="{D43C9201-E95E-4DD6-B149-5320558D83F2}" type="pres">
      <dgm:prSet presAssocID="{662C0C98-0857-48D4-8C7F-F8BB23C70C5A}" presName="bgRect" presStyleLbl="bgShp" presStyleIdx="0" presStyleCnt="4"/>
      <dgm:spPr/>
    </dgm:pt>
    <dgm:pt modelId="{D5F3FFF1-6FC9-47DE-BC8A-B1EC61B2AEF7}" type="pres">
      <dgm:prSet presAssocID="{662C0C98-0857-48D4-8C7F-F8BB23C70C5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AAE2C0CF-E31D-4B9C-BDB4-B49E66E2E9FC}" type="pres">
      <dgm:prSet presAssocID="{662C0C98-0857-48D4-8C7F-F8BB23C70C5A}" presName="spaceRect" presStyleCnt="0"/>
      <dgm:spPr/>
    </dgm:pt>
    <dgm:pt modelId="{B4FC8BC6-A96B-43A1-80E1-2FEB1997B044}" type="pres">
      <dgm:prSet presAssocID="{662C0C98-0857-48D4-8C7F-F8BB23C70C5A}" presName="parTx" presStyleLbl="revTx" presStyleIdx="0" presStyleCnt="4">
        <dgm:presLayoutVars>
          <dgm:chMax val="0"/>
          <dgm:chPref val="0"/>
        </dgm:presLayoutVars>
      </dgm:prSet>
      <dgm:spPr/>
    </dgm:pt>
    <dgm:pt modelId="{9E4A68C8-E052-4114-902A-5C4F271747C6}" type="pres">
      <dgm:prSet presAssocID="{26F1129F-E9A2-4765-AD43-6102C3DA2928}" presName="sibTrans" presStyleCnt="0"/>
      <dgm:spPr/>
    </dgm:pt>
    <dgm:pt modelId="{EC1FF16A-D670-4298-9940-C028E5DD12A0}" type="pres">
      <dgm:prSet presAssocID="{7D47D7E1-66D2-4FA0-B41D-1C2375A19C26}" presName="compNode" presStyleCnt="0"/>
      <dgm:spPr/>
    </dgm:pt>
    <dgm:pt modelId="{7CAFFB69-E1CB-41C5-BA87-AF93D26F1F38}" type="pres">
      <dgm:prSet presAssocID="{7D47D7E1-66D2-4FA0-B41D-1C2375A19C26}" presName="bgRect" presStyleLbl="bgShp" presStyleIdx="1" presStyleCnt="4"/>
      <dgm:spPr/>
    </dgm:pt>
    <dgm:pt modelId="{3C0B8F20-E7C2-4F73-B43C-549B0CDCE8CB}" type="pres">
      <dgm:prSet presAssocID="{7D47D7E1-66D2-4FA0-B41D-1C2375A19C26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F4B29C90-5F7A-4971-A207-C0629DB97D87}" type="pres">
      <dgm:prSet presAssocID="{7D47D7E1-66D2-4FA0-B41D-1C2375A19C26}" presName="spaceRect" presStyleCnt="0"/>
      <dgm:spPr/>
    </dgm:pt>
    <dgm:pt modelId="{4F3578B1-4FAF-4256-8679-9CC8306CEC7A}" type="pres">
      <dgm:prSet presAssocID="{7D47D7E1-66D2-4FA0-B41D-1C2375A19C26}" presName="parTx" presStyleLbl="revTx" presStyleIdx="1" presStyleCnt="4">
        <dgm:presLayoutVars>
          <dgm:chMax val="0"/>
          <dgm:chPref val="0"/>
        </dgm:presLayoutVars>
      </dgm:prSet>
      <dgm:spPr/>
    </dgm:pt>
    <dgm:pt modelId="{D29388B0-CB4D-4F47-ACC3-A103C7E60000}" type="pres">
      <dgm:prSet presAssocID="{72E9DC86-1B1A-4511-B4A7-B8064BA33C76}" presName="sibTrans" presStyleCnt="0"/>
      <dgm:spPr/>
    </dgm:pt>
    <dgm:pt modelId="{15FB89CE-4F3E-4A36-8307-89E3FA6381DE}" type="pres">
      <dgm:prSet presAssocID="{382C2890-3054-4B46-9058-7175FD50EC1B}" presName="compNode" presStyleCnt="0"/>
      <dgm:spPr/>
    </dgm:pt>
    <dgm:pt modelId="{1FDBD898-8F55-4ABF-844D-396A763DD2F3}" type="pres">
      <dgm:prSet presAssocID="{382C2890-3054-4B46-9058-7175FD50EC1B}" presName="bgRect" presStyleLbl="bgShp" presStyleIdx="2" presStyleCnt="4"/>
      <dgm:spPr/>
    </dgm:pt>
    <dgm:pt modelId="{5935C594-14FC-4F3E-BC4A-881C87226CF7}" type="pres">
      <dgm:prSet presAssocID="{382C2890-3054-4B46-9058-7175FD50EC1B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B76336AC-BDF4-4152-9FBA-FC9ADC01FEBD}" type="pres">
      <dgm:prSet presAssocID="{382C2890-3054-4B46-9058-7175FD50EC1B}" presName="spaceRect" presStyleCnt="0"/>
      <dgm:spPr/>
    </dgm:pt>
    <dgm:pt modelId="{65878210-4FB1-49D4-87FA-29E8C0A6F657}" type="pres">
      <dgm:prSet presAssocID="{382C2890-3054-4B46-9058-7175FD50EC1B}" presName="parTx" presStyleLbl="revTx" presStyleIdx="2" presStyleCnt="4">
        <dgm:presLayoutVars>
          <dgm:chMax val="0"/>
          <dgm:chPref val="0"/>
        </dgm:presLayoutVars>
      </dgm:prSet>
      <dgm:spPr/>
    </dgm:pt>
    <dgm:pt modelId="{3971DFCD-3DC4-48D5-ACC2-4AC25BFEEC68}" type="pres">
      <dgm:prSet presAssocID="{8C962DA2-F41B-4530-A7A0-D7FBB7586D6D}" presName="sibTrans" presStyleCnt="0"/>
      <dgm:spPr/>
    </dgm:pt>
    <dgm:pt modelId="{52574DF2-6C20-43C8-9736-18C4E0C6EB50}" type="pres">
      <dgm:prSet presAssocID="{EF70D13E-3B0B-4D71-8D34-847DE6467CAF}" presName="compNode" presStyleCnt="0"/>
      <dgm:spPr/>
    </dgm:pt>
    <dgm:pt modelId="{EABC66B3-DD86-4AD8-8370-E40CA64FD549}" type="pres">
      <dgm:prSet presAssocID="{EF70D13E-3B0B-4D71-8D34-847DE6467CAF}" presName="bgRect" presStyleLbl="bgShp" presStyleIdx="3" presStyleCnt="4"/>
      <dgm:spPr/>
    </dgm:pt>
    <dgm:pt modelId="{8F8C6693-4B9E-4304-A3DF-52286135BDEB}" type="pres">
      <dgm:prSet presAssocID="{EF70D13E-3B0B-4D71-8D34-847DE6467CA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0E6052E-44A1-4090-BEF6-8C79F2A6CBF0}" type="pres">
      <dgm:prSet presAssocID="{EF70D13E-3B0B-4D71-8D34-847DE6467CAF}" presName="spaceRect" presStyleCnt="0"/>
      <dgm:spPr/>
    </dgm:pt>
    <dgm:pt modelId="{2294C1E6-80BF-451F-B47A-C19EED578170}" type="pres">
      <dgm:prSet presAssocID="{EF70D13E-3B0B-4D71-8D34-847DE6467CAF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39EDB09-0A12-49C8-A042-90C6E7455F1C}" srcId="{0C8B8706-0209-4468-B4E5-6A7C438D6ED6}" destId="{382C2890-3054-4B46-9058-7175FD50EC1B}" srcOrd="2" destOrd="0" parTransId="{13E000EA-8C03-41E3-A3E3-88C050EB05BB}" sibTransId="{8C962DA2-F41B-4530-A7A0-D7FBB7586D6D}"/>
    <dgm:cxn modelId="{E9888A2B-A73D-49E0-B563-474FDF855342}" srcId="{0C8B8706-0209-4468-B4E5-6A7C438D6ED6}" destId="{EF70D13E-3B0B-4D71-8D34-847DE6467CAF}" srcOrd="3" destOrd="0" parTransId="{838D5AEB-23E2-427A-BD59-37B0A87D7EC3}" sibTransId="{689CB813-E249-4FED-8BD8-DC609478C283}"/>
    <dgm:cxn modelId="{27BB1769-B553-4061-8011-4FB79896372F}" type="presOf" srcId="{662C0C98-0857-48D4-8C7F-F8BB23C70C5A}" destId="{B4FC8BC6-A96B-43A1-80E1-2FEB1997B044}" srcOrd="0" destOrd="0" presId="urn:microsoft.com/office/officeart/2018/2/layout/IconVerticalSolidList"/>
    <dgm:cxn modelId="{818C968D-F845-4B6A-96D4-8905C8DF36FF}" type="presOf" srcId="{0C8B8706-0209-4468-B4E5-6A7C438D6ED6}" destId="{B0277FC0-F802-4B85-BE6E-84358C0832F5}" srcOrd="0" destOrd="0" presId="urn:microsoft.com/office/officeart/2018/2/layout/IconVerticalSolidList"/>
    <dgm:cxn modelId="{597B94A4-D1FE-40CB-85F2-85B240A0CACD}" srcId="{0C8B8706-0209-4468-B4E5-6A7C438D6ED6}" destId="{662C0C98-0857-48D4-8C7F-F8BB23C70C5A}" srcOrd="0" destOrd="0" parTransId="{39CCDD3A-FD30-4FCA-94C9-CB5576B357E9}" sibTransId="{26F1129F-E9A2-4765-AD43-6102C3DA2928}"/>
    <dgm:cxn modelId="{48FC5CDF-1D63-4669-AA08-F961350A80D0}" type="presOf" srcId="{7D47D7E1-66D2-4FA0-B41D-1C2375A19C26}" destId="{4F3578B1-4FAF-4256-8679-9CC8306CEC7A}" srcOrd="0" destOrd="0" presId="urn:microsoft.com/office/officeart/2018/2/layout/IconVerticalSolidList"/>
    <dgm:cxn modelId="{C50D7DEE-248A-40C8-815D-5DCA0E62F0C7}" type="presOf" srcId="{EF70D13E-3B0B-4D71-8D34-847DE6467CAF}" destId="{2294C1E6-80BF-451F-B47A-C19EED578170}" srcOrd="0" destOrd="0" presId="urn:microsoft.com/office/officeart/2018/2/layout/IconVerticalSolidList"/>
    <dgm:cxn modelId="{FCD574EF-26E2-424F-8230-762F8DA3A3E1}" srcId="{0C8B8706-0209-4468-B4E5-6A7C438D6ED6}" destId="{7D47D7E1-66D2-4FA0-B41D-1C2375A19C26}" srcOrd="1" destOrd="0" parTransId="{C1B7127D-1AD3-4A12-8DA6-4599DF05A22F}" sibTransId="{72E9DC86-1B1A-4511-B4A7-B8064BA33C76}"/>
    <dgm:cxn modelId="{EE6ECEF1-BF12-425A-A236-E317B75E6504}" type="presOf" srcId="{382C2890-3054-4B46-9058-7175FD50EC1B}" destId="{65878210-4FB1-49D4-87FA-29E8C0A6F657}" srcOrd="0" destOrd="0" presId="urn:microsoft.com/office/officeart/2018/2/layout/IconVerticalSolidList"/>
    <dgm:cxn modelId="{2ACD9C8F-D17D-4DAE-9842-A68E8683558B}" type="presParOf" srcId="{B0277FC0-F802-4B85-BE6E-84358C0832F5}" destId="{241B0BE7-6D6E-4311-9307-17ED704613E1}" srcOrd="0" destOrd="0" presId="urn:microsoft.com/office/officeart/2018/2/layout/IconVerticalSolidList"/>
    <dgm:cxn modelId="{050B4700-9B93-4D08-B08E-1BB5A409BF98}" type="presParOf" srcId="{241B0BE7-6D6E-4311-9307-17ED704613E1}" destId="{D43C9201-E95E-4DD6-B149-5320558D83F2}" srcOrd="0" destOrd="0" presId="urn:microsoft.com/office/officeart/2018/2/layout/IconVerticalSolidList"/>
    <dgm:cxn modelId="{435A71B2-00E0-461B-AE31-9860F120AED5}" type="presParOf" srcId="{241B0BE7-6D6E-4311-9307-17ED704613E1}" destId="{D5F3FFF1-6FC9-47DE-BC8A-B1EC61B2AEF7}" srcOrd="1" destOrd="0" presId="urn:microsoft.com/office/officeart/2018/2/layout/IconVerticalSolidList"/>
    <dgm:cxn modelId="{8DAB475C-F291-4018-98C7-6D7B790BE222}" type="presParOf" srcId="{241B0BE7-6D6E-4311-9307-17ED704613E1}" destId="{AAE2C0CF-E31D-4B9C-BDB4-B49E66E2E9FC}" srcOrd="2" destOrd="0" presId="urn:microsoft.com/office/officeart/2018/2/layout/IconVerticalSolidList"/>
    <dgm:cxn modelId="{B1B00968-3E5C-4316-A08E-ED1F4ADF46F1}" type="presParOf" srcId="{241B0BE7-6D6E-4311-9307-17ED704613E1}" destId="{B4FC8BC6-A96B-43A1-80E1-2FEB1997B044}" srcOrd="3" destOrd="0" presId="urn:microsoft.com/office/officeart/2018/2/layout/IconVerticalSolidList"/>
    <dgm:cxn modelId="{C395DF17-35DB-48EA-B4DF-608A26CBD1AC}" type="presParOf" srcId="{B0277FC0-F802-4B85-BE6E-84358C0832F5}" destId="{9E4A68C8-E052-4114-902A-5C4F271747C6}" srcOrd="1" destOrd="0" presId="urn:microsoft.com/office/officeart/2018/2/layout/IconVerticalSolidList"/>
    <dgm:cxn modelId="{338E9391-54C2-48FF-836E-E7AF43C48E58}" type="presParOf" srcId="{B0277FC0-F802-4B85-BE6E-84358C0832F5}" destId="{EC1FF16A-D670-4298-9940-C028E5DD12A0}" srcOrd="2" destOrd="0" presId="urn:microsoft.com/office/officeart/2018/2/layout/IconVerticalSolidList"/>
    <dgm:cxn modelId="{7FBF7A02-6703-4B6C-8D12-B6319DEBA773}" type="presParOf" srcId="{EC1FF16A-D670-4298-9940-C028E5DD12A0}" destId="{7CAFFB69-E1CB-41C5-BA87-AF93D26F1F38}" srcOrd="0" destOrd="0" presId="urn:microsoft.com/office/officeart/2018/2/layout/IconVerticalSolidList"/>
    <dgm:cxn modelId="{95E21D69-E12F-4F81-9B7B-5AA958FE4C32}" type="presParOf" srcId="{EC1FF16A-D670-4298-9940-C028E5DD12A0}" destId="{3C0B8F20-E7C2-4F73-B43C-549B0CDCE8CB}" srcOrd="1" destOrd="0" presId="urn:microsoft.com/office/officeart/2018/2/layout/IconVerticalSolidList"/>
    <dgm:cxn modelId="{B02F655A-46BE-48FF-91E0-E71B97954C4A}" type="presParOf" srcId="{EC1FF16A-D670-4298-9940-C028E5DD12A0}" destId="{F4B29C90-5F7A-4971-A207-C0629DB97D87}" srcOrd="2" destOrd="0" presId="urn:microsoft.com/office/officeart/2018/2/layout/IconVerticalSolidList"/>
    <dgm:cxn modelId="{9D17C64B-FD70-4A1B-9A30-E202A325774E}" type="presParOf" srcId="{EC1FF16A-D670-4298-9940-C028E5DD12A0}" destId="{4F3578B1-4FAF-4256-8679-9CC8306CEC7A}" srcOrd="3" destOrd="0" presId="urn:microsoft.com/office/officeart/2018/2/layout/IconVerticalSolidList"/>
    <dgm:cxn modelId="{77D0BEEC-9EDE-49CC-BE7F-636387275477}" type="presParOf" srcId="{B0277FC0-F802-4B85-BE6E-84358C0832F5}" destId="{D29388B0-CB4D-4F47-ACC3-A103C7E60000}" srcOrd="3" destOrd="0" presId="urn:microsoft.com/office/officeart/2018/2/layout/IconVerticalSolidList"/>
    <dgm:cxn modelId="{394C7EB2-DF4B-44F0-B97B-9B7CCAC7FCC2}" type="presParOf" srcId="{B0277FC0-F802-4B85-BE6E-84358C0832F5}" destId="{15FB89CE-4F3E-4A36-8307-89E3FA6381DE}" srcOrd="4" destOrd="0" presId="urn:microsoft.com/office/officeart/2018/2/layout/IconVerticalSolidList"/>
    <dgm:cxn modelId="{7AB805DA-B261-4948-8F5F-A3825C5AC801}" type="presParOf" srcId="{15FB89CE-4F3E-4A36-8307-89E3FA6381DE}" destId="{1FDBD898-8F55-4ABF-844D-396A763DD2F3}" srcOrd="0" destOrd="0" presId="urn:microsoft.com/office/officeart/2018/2/layout/IconVerticalSolidList"/>
    <dgm:cxn modelId="{2CE23351-4476-4F66-A580-0883610180FD}" type="presParOf" srcId="{15FB89CE-4F3E-4A36-8307-89E3FA6381DE}" destId="{5935C594-14FC-4F3E-BC4A-881C87226CF7}" srcOrd="1" destOrd="0" presId="urn:microsoft.com/office/officeart/2018/2/layout/IconVerticalSolidList"/>
    <dgm:cxn modelId="{A626A18B-364F-40BD-A5F1-3071A5CB9AD0}" type="presParOf" srcId="{15FB89CE-4F3E-4A36-8307-89E3FA6381DE}" destId="{B76336AC-BDF4-4152-9FBA-FC9ADC01FEBD}" srcOrd="2" destOrd="0" presId="urn:microsoft.com/office/officeart/2018/2/layout/IconVerticalSolidList"/>
    <dgm:cxn modelId="{E3CDE6D4-CE9E-46BB-ABAF-05935D268D70}" type="presParOf" srcId="{15FB89CE-4F3E-4A36-8307-89E3FA6381DE}" destId="{65878210-4FB1-49D4-87FA-29E8C0A6F657}" srcOrd="3" destOrd="0" presId="urn:microsoft.com/office/officeart/2018/2/layout/IconVerticalSolidList"/>
    <dgm:cxn modelId="{9379E5D7-4038-423F-A1F9-02740C3123E8}" type="presParOf" srcId="{B0277FC0-F802-4B85-BE6E-84358C0832F5}" destId="{3971DFCD-3DC4-48D5-ACC2-4AC25BFEEC68}" srcOrd="5" destOrd="0" presId="urn:microsoft.com/office/officeart/2018/2/layout/IconVerticalSolidList"/>
    <dgm:cxn modelId="{91F3CA20-4337-4128-9580-2687DF684DB3}" type="presParOf" srcId="{B0277FC0-F802-4B85-BE6E-84358C0832F5}" destId="{52574DF2-6C20-43C8-9736-18C4E0C6EB50}" srcOrd="6" destOrd="0" presId="urn:microsoft.com/office/officeart/2018/2/layout/IconVerticalSolidList"/>
    <dgm:cxn modelId="{DFE26816-528B-4C53-B830-346905DC46C8}" type="presParOf" srcId="{52574DF2-6C20-43C8-9736-18C4E0C6EB50}" destId="{EABC66B3-DD86-4AD8-8370-E40CA64FD549}" srcOrd="0" destOrd="0" presId="urn:microsoft.com/office/officeart/2018/2/layout/IconVerticalSolidList"/>
    <dgm:cxn modelId="{9E6DFB0E-CDF3-44CF-88F0-091C4782E63F}" type="presParOf" srcId="{52574DF2-6C20-43C8-9736-18C4E0C6EB50}" destId="{8F8C6693-4B9E-4304-A3DF-52286135BDEB}" srcOrd="1" destOrd="0" presId="urn:microsoft.com/office/officeart/2018/2/layout/IconVerticalSolidList"/>
    <dgm:cxn modelId="{27617C5B-9954-48B2-91FC-FA7E39F7AF58}" type="presParOf" srcId="{52574DF2-6C20-43C8-9736-18C4E0C6EB50}" destId="{C0E6052E-44A1-4090-BEF6-8C79F2A6CBF0}" srcOrd="2" destOrd="0" presId="urn:microsoft.com/office/officeart/2018/2/layout/IconVerticalSolidList"/>
    <dgm:cxn modelId="{9686A540-6252-4F37-B174-4F4625710A3C}" type="presParOf" srcId="{52574DF2-6C20-43C8-9736-18C4E0C6EB50}" destId="{2294C1E6-80BF-451F-B47A-C19EED5781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C9FBD977-75E1-4C1C-99C4-03068D3B7A49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B10994C-1AA2-42F7-A299-2BD56A2BB688}">
      <dgm:prSet/>
      <dgm:spPr/>
      <dgm:t>
        <a:bodyPr/>
        <a:lstStyle/>
        <a:p>
          <a:pPr>
            <a:defRPr cap="all"/>
          </a:pPr>
          <a:r>
            <a:rPr lang="en-US"/>
            <a:t>Efficient parking solution</a:t>
          </a:r>
        </a:p>
      </dgm:t>
    </dgm:pt>
    <dgm:pt modelId="{F1DF3C97-D668-42E5-8461-4D5A53D3C64D}" type="parTrans" cxnId="{B16A56BF-4D05-4F69-9A45-2646169792E4}">
      <dgm:prSet/>
      <dgm:spPr/>
      <dgm:t>
        <a:bodyPr/>
        <a:lstStyle/>
        <a:p>
          <a:endParaRPr lang="en-US"/>
        </a:p>
      </dgm:t>
    </dgm:pt>
    <dgm:pt modelId="{75F5EF49-DC6D-433A-89CF-C35C32522D32}" type="sibTrans" cxnId="{B16A56BF-4D05-4F69-9A45-2646169792E4}">
      <dgm:prSet/>
      <dgm:spPr/>
      <dgm:t>
        <a:bodyPr/>
        <a:lstStyle/>
        <a:p>
          <a:endParaRPr lang="en-US"/>
        </a:p>
      </dgm:t>
    </dgm:pt>
    <dgm:pt modelId="{03A61731-8107-40B0-9B4B-85FFF917252C}">
      <dgm:prSet/>
      <dgm:spPr/>
      <dgm:t>
        <a:bodyPr/>
        <a:lstStyle/>
        <a:p>
          <a:pPr>
            <a:defRPr cap="all"/>
          </a:pPr>
          <a:r>
            <a:rPr lang="en-US"/>
            <a:t>Improves user experience</a:t>
          </a:r>
        </a:p>
      </dgm:t>
    </dgm:pt>
    <dgm:pt modelId="{8A26AECA-6A28-4872-989A-4DD941727D9B}" type="parTrans" cxnId="{2F201A29-3B18-4719-AAFB-9AE01330C06A}">
      <dgm:prSet/>
      <dgm:spPr/>
      <dgm:t>
        <a:bodyPr/>
        <a:lstStyle/>
        <a:p>
          <a:endParaRPr lang="en-US"/>
        </a:p>
      </dgm:t>
    </dgm:pt>
    <dgm:pt modelId="{0706AE5F-4B56-4EF6-8F1F-619F8536DAFB}" type="sibTrans" cxnId="{2F201A29-3B18-4719-AAFB-9AE01330C06A}">
      <dgm:prSet/>
      <dgm:spPr/>
      <dgm:t>
        <a:bodyPr/>
        <a:lstStyle/>
        <a:p>
          <a:endParaRPr lang="en-US"/>
        </a:p>
      </dgm:t>
    </dgm:pt>
    <dgm:pt modelId="{95C7F78E-553A-46B3-8AD5-899C1D2F0B41}">
      <dgm:prSet/>
      <dgm:spPr/>
      <dgm:t>
        <a:bodyPr/>
        <a:lstStyle/>
        <a:p>
          <a:pPr>
            <a:defRPr cap="all"/>
          </a:pPr>
          <a:r>
            <a:rPr lang="en-US"/>
            <a:t>Scalable for smart cities</a:t>
          </a:r>
        </a:p>
      </dgm:t>
    </dgm:pt>
    <dgm:pt modelId="{49D8680D-DF32-4312-8288-F1D8471BC2AD}" type="parTrans" cxnId="{DFE25E9D-022F-415D-B08D-1AECEAD1B3A6}">
      <dgm:prSet/>
      <dgm:spPr/>
      <dgm:t>
        <a:bodyPr/>
        <a:lstStyle/>
        <a:p>
          <a:endParaRPr lang="en-US"/>
        </a:p>
      </dgm:t>
    </dgm:pt>
    <dgm:pt modelId="{0A67EB19-5DB5-4599-87EA-5584EC19A68F}" type="sibTrans" cxnId="{DFE25E9D-022F-415D-B08D-1AECEAD1B3A6}">
      <dgm:prSet/>
      <dgm:spPr/>
      <dgm:t>
        <a:bodyPr/>
        <a:lstStyle/>
        <a:p>
          <a:endParaRPr lang="en-US"/>
        </a:p>
      </dgm:t>
    </dgm:pt>
    <dgm:pt modelId="{1871C370-DE82-4551-B66D-25819D154721}" type="pres">
      <dgm:prSet presAssocID="{C9FBD977-75E1-4C1C-99C4-03068D3B7A49}" presName="root" presStyleCnt="0">
        <dgm:presLayoutVars>
          <dgm:dir/>
          <dgm:resizeHandles val="exact"/>
        </dgm:presLayoutVars>
      </dgm:prSet>
      <dgm:spPr/>
    </dgm:pt>
    <dgm:pt modelId="{EAB05480-8CB0-45AD-9C4A-FF6BED75FBCE}" type="pres">
      <dgm:prSet presAssocID="{7B10994C-1AA2-42F7-A299-2BD56A2BB688}" presName="compNode" presStyleCnt="0"/>
      <dgm:spPr/>
    </dgm:pt>
    <dgm:pt modelId="{EF8D8E82-978F-4221-9CAB-EE8150FD8264}" type="pres">
      <dgm:prSet presAssocID="{7B10994C-1AA2-42F7-A299-2BD56A2BB688}" presName="iconBgRect" presStyleLbl="bgShp" presStyleIdx="0" presStyleCnt="3"/>
      <dgm:spPr/>
    </dgm:pt>
    <dgm:pt modelId="{45AC0239-8066-456D-813F-43310CB87F2B}" type="pres">
      <dgm:prSet presAssocID="{7B10994C-1AA2-42F7-A299-2BD56A2BB68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B883254F-A23F-488F-94DC-DA7A334CF855}" type="pres">
      <dgm:prSet presAssocID="{7B10994C-1AA2-42F7-A299-2BD56A2BB688}" presName="spaceRect" presStyleCnt="0"/>
      <dgm:spPr/>
    </dgm:pt>
    <dgm:pt modelId="{508C5C79-01A9-4461-B87C-E3465FBAE1E4}" type="pres">
      <dgm:prSet presAssocID="{7B10994C-1AA2-42F7-A299-2BD56A2BB688}" presName="textRect" presStyleLbl="revTx" presStyleIdx="0" presStyleCnt="3">
        <dgm:presLayoutVars>
          <dgm:chMax val="1"/>
          <dgm:chPref val="1"/>
        </dgm:presLayoutVars>
      </dgm:prSet>
      <dgm:spPr/>
    </dgm:pt>
    <dgm:pt modelId="{ED67D026-DD2E-4DFF-96AA-77DD01A8FF70}" type="pres">
      <dgm:prSet presAssocID="{75F5EF49-DC6D-433A-89CF-C35C32522D32}" presName="sibTrans" presStyleCnt="0"/>
      <dgm:spPr/>
    </dgm:pt>
    <dgm:pt modelId="{36DA0352-61F6-49E0-B73C-7B878CD0CD33}" type="pres">
      <dgm:prSet presAssocID="{03A61731-8107-40B0-9B4B-85FFF917252C}" presName="compNode" presStyleCnt="0"/>
      <dgm:spPr/>
    </dgm:pt>
    <dgm:pt modelId="{0907AA4F-B6DA-44A5-AD00-016943863A13}" type="pres">
      <dgm:prSet presAssocID="{03A61731-8107-40B0-9B4B-85FFF917252C}" presName="iconBgRect" presStyleLbl="bgShp" presStyleIdx="1" presStyleCnt="3"/>
      <dgm:spPr/>
    </dgm:pt>
    <dgm:pt modelId="{E443D48B-8307-4E11-86E5-3F85713487F1}" type="pres">
      <dgm:prSet presAssocID="{03A61731-8107-40B0-9B4B-85FFF917252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3670B2C2-2E6E-4D96-B68D-09937FF3EE4B}" type="pres">
      <dgm:prSet presAssocID="{03A61731-8107-40B0-9B4B-85FFF917252C}" presName="spaceRect" presStyleCnt="0"/>
      <dgm:spPr/>
    </dgm:pt>
    <dgm:pt modelId="{17A240C7-225F-495F-801B-07387D1BE07C}" type="pres">
      <dgm:prSet presAssocID="{03A61731-8107-40B0-9B4B-85FFF917252C}" presName="textRect" presStyleLbl="revTx" presStyleIdx="1" presStyleCnt="3">
        <dgm:presLayoutVars>
          <dgm:chMax val="1"/>
          <dgm:chPref val="1"/>
        </dgm:presLayoutVars>
      </dgm:prSet>
      <dgm:spPr/>
    </dgm:pt>
    <dgm:pt modelId="{EECD3FD3-15C8-493E-8716-4CD9FB48D22D}" type="pres">
      <dgm:prSet presAssocID="{0706AE5F-4B56-4EF6-8F1F-619F8536DAFB}" presName="sibTrans" presStyleCnt="0"/>
      <dgm:spPr/>
    </dgm:pt>
    <dgm:pt modelId="{BCFFA7AF-2766-42CD-B2A6-A7D4FD0EFD8D}" type="pres">
      <dgm:prSet presAssocID="{95C7F78E-553A-46B3-8AD5-899C1D2F0B41}" presName="compNode" presStyleCnt="0"/>
      <dgm:spPr/>
    </dgm:pt>
    <dgm:pt modelId="{44D321BE-1D3B-4119-8F23-507D64D4ADBB}" type="pres">
      <dgm:prSet presAssocID="{95C7F78E-553A-46B3-8AD5-899C1D2F0B41}" presName="iconBgRect" presStyleLbl="bgShp" presStyleIdx="2" presStyleCnt="3"/>
      <dgm:spPr/>
    </dgm:pt>
    <dgm:pt modelId="{21011B0D-E2C9-4E89-83CB-134EF79F6430}" type="pres">
      <dgm:prSet presAssocID="{95C7F78E-553A-46B3-8AD5-899C1D2F0B4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CA7D16E0-1F2E-415E-AAA9-2197AAF43C17}" type="pres">
      <dgm:prSet presAssocID="{95C7F78E-553A-46B3-8AD5-899C1D2F0B41}" presName="spaceRect" presStyleCnt="0"/>
      <dgm:spPr/>
    </dgm:pt>
    <dgm:pt modelId="{5ED7A4C8-4035-4CE4-81DF-419823E75C98}" type="pres">
      <dgm:prSet presAssocID="{95C7F78E-553A-46B3-8AD5-899C1D2F0B41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2F201A29-3B18-4719-AAFB-9AE01330C06A}" srcId="{C9FBD977-75E1-4C1C-99C4-03068D3B7A49}" destId="{03A61731-8107-40B0-9B4B-85FFF917252C}" srcOrd="1" destOrd="0" parTransId="{8A26AECA-6A28-4872-989A-4DD941727D9B}" sibTransId="{0706AE5F-4B56-4EF6-8F1F-619F8536DAFB}"/>
    <dgm:cxn modelId="{45B7F02D-6802-456B-8555-BCD8AADF158F}" type="presOf" srcId="{C9FBD977-75E1-4C1C-99C4-03068D3B7A49}" destId="{1871C370-DE82-4551-B66D-25819D154721}" srcOrd="0" destOrd="0" presId="urn:microsoft.com/office/officeart/2018/5/layout/IconCircleLabelList"/>
    <dgm:cxn modelId="{2BC2525F-4D25-470F-BA5E-0FB33C61B611}" type="presOf" srcId="{95C7F78E-553A-46B3-8AD5-899C1D2F0B41}" destId="{5ED7A4C8-4035-4CE4-81DF-419823E75C98}" srcOrd="0" destOrd="0" presId="urn:microsoft.com/office/officeart/2018/5/layout/IconCircleLabelList"/>
    <dgm:cxn modelId="{F17E7185-34C3-49FE-B565-C9DA489432C5}" type="presOf" srcId="{7B10994C-1AA2-42F7-A299-2BD56A2BB688}" destId="{508C5C79-01A9-4461-B87C-E3465FBAE1E4}" srcOrd="0" destOrd="0" presId="urn:microsoft.com/office/officeart/2018/5/layout/IconCircleLabelList"/>
    <dgm:cxn modelId="{DFE25E9D-022F-415D-B08D-1AECEAD1B3A6}" srcId="{C9FBD977-75E1-4C1C-99C4-03068D3B7A49}" destId="{95C7F78E-553A-46B3-8AD5-899C1D2F0B41}" srcOrd="2" destOrd="0" parTransId="{49D8680D-DF32-4312-8288-F1D8471BC2AD}" sibTransId="{0A67EB19-5DB5-4599-87EA-5584EC19A68F}"/>
    <dgm:cxn modelId="{FDAD24AB-2AA9-435F-8F9E-FE65F3D0F776}" type="presOf" srcId="{03A61731-8107-40B0-9B4B-85FFF917252C}" destId="{17A240C7-225F-495F-801B-07387D1BE07C}" srcOrd="0" destOrd="0" presId="urn:microsoft.com/office/officeart/2018/5/layout/IconCircleLabelList"/>
    <dgm:cxn modelId="{B16A56BF-4D05-4F69-9A45-2646169792E4}" srcId="{C9FBD977-75E1-4C1C-99C4-03068D3B7A49}" destId="{7B10994C-1AA2-42F7-A299-2BD56A2BB688}" srcOrd="0" destOrd="0" parTransId="{F1DF3C97-D668-42E5-8461-4D5A53D3C64D}" sibTransId="{75F5EF49-DC6D-433A-89CF-C35C32522D32}"/>
    <dgm:cxn modelId="{6ABC5030-5F19-4420-964F-FC993DD97C7E}" type="presParOf" srcId="{1871C370-DE82-4551-B66D-25819D154721}" destId="{EAB05480-8CB0-45AD-9C4A-FF6BED75FBCE}" srcOrd="0" destOrd="0" presId="urn:microsoft.com/office/officeart/2018/5/layout/IconCircleLabelList"/>
    <dgm:cxn modelId="{A9B0EDE1-864C-4FB8-AA0C-26694AA28C1A}" type="presParOf" srcId="{EAB05480-8CB0-45AD-9C4A-FF6BED75FBCE}" destId="{EF8D8E82-978F-4221-9CAB-EE8150FD8264}" srcOrd="0" destOrd="0" presId="urn:microsoft.com/office/officeart/2018/5/layout/IconCircleLabelList"/>
    <dgm:cxn modelId="{39A93EDF-3606-4217-9E2C-3B32762E245F}" type="presParOf" srcId="{EAB05480-8CB0-45AD-9C4A-FF6BED75FBCE}" destId="{45AC0239-8066-456D-813F-43310CB87F2B}" srcOrd="1" destOrd="0" presId="urn:microsoft.com/office/officeart/2018/5/layout/IconCircleLabelList"/>
    <dgm:cxn modelId="{C976CEA4-0DFA-484A-B7ED-7EFCDD4B9660}" type="presParOf" srcId="{EAB05480-8CB0-45AD-9C4A-FF6BED75FBCE}" destId="{B883254F-A23F-488F-94DC-DA7A334CF855}" srcOrd="2" destOrd="0" presId="urn:microsoft.com/office/officeart/2018/5/layout/IconCircleLabelList"/>
    <dgm:cxn modelId="{1FBC340F-7AD3-4D19-8782-EB3B403D83AD}" type="presParOf" srcId="{EAB05480-8CB0-45AD-9C4A-FF6BED75FBCE}" destId="{508C5C79-01A9-4461-B87C-E3465FBAE1E4}" srcOrd="3" destOrd="0" presId="urn:microsoft.com/office/officeart/2018/5/layout/IconCircleLabelList"/>
    <dgm:cxn modelId="{9708FC21-7714-4928-8701-3F0A554E2C6A}" type="presParOf" srcId="{1871C370-DE82-4551-B66D-25819D154721}" destId="{ED67D026-DD2E-4DFF-96AA-77DD01A8FF70}" srcOrd="1" destOrd="0" presId="urn:microsoft.com/office/officeart/2018/5/layout/IconCircleLabelList"/>
    <dgm:cxn modelId="{CDDD4EB6-F2B9-4B97-9C18-AB1B35C01DD0}" type="presParOf" srcId="{1871C370-DE82-4551-B66D-25819D154721}" destId="{36DA0352-61F6-49E0-B73C-7B878CD0CD33}" srcOrd="2" destOrd="0" presId="urn:microsoft.com/office/officeart/2018/5/layout/IconCircleLabelList"/>
    <dgm:cxn modelId="{89708252-5021-4F57-AAC1-C88890263980}" type="presParOf" srcId="{36DA0352-61F6-49E0-B73C-7B878CD0CD33}" destId="{0907AA4F-B6DA-44A5-AD00-016943863A13}" srcOrd="0" destOrd="0" presId="urn:microsoft.com/office/officeart/2018/5/layout/IconCircleLabelList"/>
    <dgm:cxn modelId="{CC3B2F62-3F4E-47B8-8E9A-51097D5837F9}" type="presParOf" srcId="{36DA0352-61F6-49E0-B73C-7B878CD0CD33}" destId="{E443D48B-8307-4E11-86E5-3F85713487F1}" srcOrd="1" destOrd="0" presId="urn:microsoft.com/office/officeart/2018/5/layout/IconCircleLabelList"/>
    <dgm:cxn modelId="{51B7A627-8D3E-44B3-8C2C-165395D859BF}" type="presParOf" srcId="{36DA0352-61F6-49E0-B73C-7B878CD0CD33}" destId="{3670B2C2-2E6E-4D96-B68D-09937FF3EE4B}" srcOrd="2" destOrd="0" presId="urn:microsoft.com/office/officeart/2018/5/layout/IconCircleLabelList"/>
    <dgm:cxn modelId="{D7F3ECDD-B58D-424F-97DA-D2F592BA0480}" type="presParOf" srcId="{36DA0352-61F6-49E0-B73C-7B878CD0CD33}" destId="{17A240C7-225F-495F-801B-07387D1BE07C}" srcOrd="3" destOrd="0" presId="urn:microsoft.com/office/officeart/2018/5/layout/IconCircleLabelList"/>
    <dgm:cxn modelId="{F980608B-4D29-434A-8678-2210CF7C020A}" type="presParOf" srcId="{1871C370-DE82-4551-B66D-25819D154721}" destId="{EECD3FD3-15C8-493E-8716-4CD9FB48D22D}" srcOrd="3" destOrd="0" presId="urn:microsoft.com/office/officeart/2018/5/layout/IconCircleLabelList"/>
    <dgm:cxn modelId="{6DFEA94E-36F0-4107-BB16-BBB795E3E8BC}" type="presParOf" srcId="{1871C370-DE82-4551-B66D-25819D154721}" destId="{BCFFA7AF-2766-42CD-B2A6-A7D4FD0EFD8D}" srcOrd="4" destOrd="0" presId="urn:microsoft.com/office/officeart/2018/5/layout/IconCircleLabelList"/>
    <dgm:cxn modelId="{8A30734C-3409-4AA6-A4A1-E04CFAD14A09}" type="presParOf" srcId="{BCFFA7AF-2766-42CD-B2A6-A7D4FD0EFD8D}" destId="{44D321BE-1D3B-4119-8F23-507D64D4ADBB}" srcOrd="0" destOrd="0" presId="urn:microsoft.com/office/officeart/2018/5/layout/IconCircleLabelList"/>
    <dgm:cxn modelId="{DAB2899C-A3A9-4C4A-AF04-FC92531392DB}" type="presParOf" srcId="{BCFFA7AF-2766-42CD-B2A6-A7D4FD0EFD8D}" destId="{21011B0D-E2C9-4E89-83CB-134EF79F6430}" srcOrd="1" destOrd="0" presId="urn:microsoft.com/office/officeart/2018/5/layout/IconCircleLabelList"/>
    <dgm:cxn modelId="{D26E8F72-DB73-4C8D-901D-ACD7A83EABFE}" type="presParOf" srcId="{BCFFA7AF-2766-42CD-B2A6-A7D4FD0EFD8D}" destId="{CA7D16E0-1F2E-415E-AAA9-2197AAF43C17}" srcOrd="2" destOrd="0" presId="urn:microsoft.com/office/officeart/2018/5/layout/IconCircleLabelList"/>
    <dgm:cxn modelId="{61691895-36CD-44B4-A479-647485791EF2}" type="presParOf" srcId="{BCFFA7AF-2766-42CD-B2A6-A7D4FD0EFD8D}" destId="{5ED7A4C8-4035-4CE4-81DF-419823E75C9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89436B6-EDBB-456A-BB7E-E78EF8990777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1AFB2AAC-757B-45CA-ABE5-D0D08DC71F85}">
      <dgm:prSet/>
      <dgm:spPr/>
      <dgm:t>
        <a:bodyPr/>
        <a:lstStyle/>
        <a:p>
          <a:pPr>
            <a:defRPr cap="all"/>
          </a:pPr>
          <a:r>
            <a:rPr lang="en-US"/>
            <a:t>Thank you for your attention</a:t>
          </a:r>
        </a:p>
      </dgm:t>
    </dgm:pt>
    <dgm:pt modelId="{70E09127-768E-4DA9-8528-225CA0B88CC5}" type="parTrans" cxnId="{28327962-C882-482F-BE35-E1A56634FCC5}">
      <dgm:prSet/>
      <dgm:spPr/>
      <dgm:t>
        <a:bodyPr/>
        <a:lstStyle/>
        <a:p>
          <a:endParaRPr lang="en-US"/>
        </a:p>
      </dgm:t>
    </dgm:pt>
    <dgm:pt modelId="{69C5BE76-B0E5-4389-B3D3-9581B17A5D44}" type="sibTrans" cxnId="{28327962-C882-482F-BE35-E1A56634FCC5}">
      <dgm:prSet/>
      <dgm:spPr/>
      <dgm:t>
        <a:bodyPr/>
        <a:lstStyle/>
        <a:p>
          <a:endParaRPr lang="en-US"/>
        </a:p>
      </dgm:t>
    </dgm:pt>
    <dgm:pt modelId="{D3839DB3-AC69-4AB6-AC1C-21638EA5ED34}">
      <dgm:prSet/>
      <dgm:spPr/>
      <dgm:t>
        <a:bodyPr/>
        <a:lstStyle/>
        <a:p>
          <a:pPr>
            <a:defRPr cap="all"/>
          </a:pPr>
          <a:r>
            <a:rPr lang="en-US"/>
            <a:t>Any Questions?</a:t>
          </a:r>
        </a:p>
      </dgm:t>
    </dgm:pt>
    <dgm:pt modelId="{17C1D1BD-581B-45DD-B17A-EFC52D7F0593}" type="parTrans" cxnId="{61CA24B0-2635-4600-B64C-C9590359E86B}">
      <dgm:prSet/>
      <dgm:spPr/>
      <dgm:t>
        <a:bodyPr/>
        <a:lstStyle/>
        <a:p>
          <a:endParaRPr lang="en-US"/>
        </a:p>
      </dgm:t>
    </dgm:pt>
    <dgm:pt modelId="{002DFA2C-6FDE-4B57-BC8B-CC055E92A3DA}" type="sibTrans" cxnId="{61CA24B0-2635-4600-B64C-C9590359E86B}">
      <dgm:prSet/>
      <dgm:spPr/>
      <dgm:t>
        <a:bodyPr/>
        <a:lstStyle/>
        <a:p>
          <a:endParaRPr lang="en-US"/>
        </a:p>
      </dgm:t>
    </dgm:pt>
    <dgm:pt modelId="{A2D576FC-C3EA-49E8-9A0C-79366C28F0F2}" type="pres">
      <dgm:prSet presAssocID="{889436B6-EDBB-456A-BB7E-E78EF8990777}" presName="root" presStyleCnt="0">
        <dgm:presLayoutVars>
          <dgm:dir/>
          <dgm:resizeHandles val="exact"/>
        </dgm:presLayoutVars>
      </dgm:prSet>
      <dgm:spPr/>
    </dgm:pt>
    <dgm:pt modelId="{5A8A06A6-458C-4D0B-81D7-8D44CFA925AC}" type="pres">
      <dgm:prSet presAssocID="{1AFB2AAC-757B-45CA-ABE5-D0D08DC71F85}" presName="compNode" presStyleCnt="0"/>
      <dgm:spPr/>
    </dgm:pt>
    <dgm:pt modelId="{B15BFA4E-2A29-4F3E-8347-4E7571296493}" type="pres">
      <dgm:prSet presAssocID="{1AFB2AAC-757B-45CA-ABE5-D0D08DC71F85}" presName="iconBgRect" presStyleLbl="bgShp" presStyleIdx="0" presStyleCnt="2"/>
      <dgm:spPr/>
    </dgm:pt>
    <dgm:pt modelId="{8CEB3789-1B88-4AD0-AAF6-0EE98C3C690F}" type="pres">
      <dgm:prSet presAssocID="{1AFB2AAC-757B-45CA-ABE5-D0D08DC71F8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5F54D546-DD34-4EEA-A99E-E8505F71AD0A}" type="pres">
      <dgm:prSet presAssocID="{1AFB2AAC-757B-45CA-ABE5-D0D08DC71F85}" presName="spaceRect" presStyleCnt="0"/>
      <dgm:spPr/>
    </dgm:pt>
    <dgm:pt modelId="{2A47467A-8217-422B-8C8A-A5D6775C36EF}" type="pres">
      <dgm:prSet presAssocID="{1AFB2AAC-757B-45CA-ABE5-D0D08DC71F85}" presName="textRect" presStyleLbl="revTx" presStyleIdx="0" presStyleCnt="2">
        <dgm:presLayoutVars>
          <dgm:chMax val="1"/>
          <dgm:chPref val="1"/>
        </dgm:presLayoutVars>
      </dgm:prSet>
      <dgm:spPr/>
    </dgm:pt>
    <dgm:pt modelId="{17631E13-D93B-4B67-9D71-A042C3D72107}" type="pres">
      <dgm:prSet presAssocID="{69C5BE76-B0E5-4389-B3D3-9581B17A5D44}" presName="sibTrans" presStyleCnt="0"/>
      <dgm:spPr/>
    </dgm:pt>
    <dgm:pt modelId="{8595C55E-A6E6-4BEA-9D74-246FC11F0C57}" type="pres">
      <dgm:prSet presAssocID="{D3839DB3-AC69-4AB6-AC1C-21638EA5ED34}" presName="compNode" presStyleCnt="0"/>
      <dgm:spPr/>
    </dgm:pt>
    <dgm:pt modelId="{848BCD37-088A-4D6D-9981-AC5578ABEDB5}" type="pres">
      <dgm:prSet presAssocID="{D3839DB3-AC69-4AB6-AC1C-21638EA5ED34}" presName="iconBgRect" presStyleLbl="bgShp" presStyleIdx="1" presStyleCnt="2"/>
      <dgm:spPr/>
    </dgm:pt>
    <dgm:pt modelId="{562EE7E4-9D41-4BE1-957C-5CEBC7131267}" type="pres">
      <dgm:prSet presAssocID="{D3839DB3-AC69-4AB6-AC1C-21638EA5ED3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C328EF68-7997-478F-9DBC-B52F3E195EEE}" type="pres">
      <dgm:prSet presAssocID="{D3839DB3-AC69-4AB6-AC1C-21638EA5ED34}" presName="spaceRect" presStyleCnt="0"/>
      <dgm:spPr/>
    </dgm:pt>
    <dgm:pt modelId="{38EC5641-F7D8-48C3-92C6-389F53532DF9}" type="pres">
      <dgm:prSet presAssocID="{D3839DB3-AC69-4AB6-AC1C-21638EA5ED3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8327962-C882-482F-BE35-E1A56634FCC5}" srcId="{889436B6-EDBB-456A-BB7E-E78EF8990777}" destId="{1AFB2AAC-757B-45CA-ABE5-D0D08DC71F85}" srcOrd="0" destOrd="0" parTransId="{70E09127-768E-4DA9-8528-225CA0B88CC5}" sibTransId="{69C5BE76-B0E5-4389-B3D3-9581B17A5D44}"/>
    <dgm:cxn modelId="{66847CAF-BA4A-49E1-AED7-15A0E4129C85}" type="presOf" srcId="{D3839DB3-AC69-4AB6-AC1C-21638EA5ED34}" destId="{38EC5641-F7D8-48C3-92C6-389F53532DF9}" srcOrd="0" destOrd="0" presId="urn:microsoft.com/office/officeart/2018/5/layout/IconCircleLabelList"/>
    <dgm:cxn modelId="{61CA24B0-2635-4600-B64C-C9590359E86B}" srcId="{889436B6-EDBB-456A-BB7E-E78EF8990777}" destId="{D3839DB3-AC69-4AB6-AC1C-21638EA5ED34}" srcOrd="1" destOrd="0" parTransId="{17C1D1BD-581B-45DD-B17A-EFC52D7F0593}" sibTransId="{002DFA2C-6FDE-4B57-BC8B-CC055E92A3DA}"/>
    <dgm:cxn modelId="{26B85BD0-A28A-473F-8C48-C54F52BA4798}" type="presOf" srcId="{1AFB2AAC-757B-45CA-ABE5-D0D08DC71F85}" destId="{2A47467A-8217-422B-8C8A-A5D6775C36EF}" srcOrd="0" destOrd="0" presId="urn:microsoft.com/office/officeart/2018/5/layout/IconCircleLabelList"/>
    <dgm:cxn modelId="{28B695EB-1752-4700-882C-9534D22634C8}" type="presOf" srcId="{889436B6-EDBB-456A-BB7E-E78EF8990777}" destId="{A2D576FC-C3EA-49E8-9A0C-79366C28F0F2}" srcOrd="0" destOrd="0" presId="urn:microsoft.com/office/officeart/2018/5/layout/IconCircleLabelList"/>
    <dgm:cxn modelId="{555ED899-D654-4512-B893-B763445EBDFD}" type="presParOf" srcId="{A2D576FC-C3EA-49E8-9A0C-79366C28F0F2}" destId="{5A8A06A6-458C-4D0B-81D7-8D44CFA925AC}" srcOrd="0" destOrd="0" presId="urn:microsoft.com/office/officeart/2018/5/layout/IconCircleLabelList"/>
    <dgm:cxn modelId="{B9CCE691-5A62-44C9-9DA0-9664AC4D8F97}" type="presParOf" srcId="{5A8A06A6-458C-4D0B-81D7-8D44CFA925AC}" destId="{B15BFA4E-2A29-4F3E-8347-4E7571296493}" srcOrd="0" destOrd="0" presId="urn:microsoft.com/office/officeart/2018/5/layout/IconCircleLabelList"/>
    <dgm:cxn modelId="{37F7EB93-D060-451E-B336-AB4ACC1A38FA}" type="presParOf" srcId="{5A8A06A6-458C-4D0B-81D7-8D44CFA925AC}" destId="{8CEB3789-1B88-4AD0-AAF6-0EE98C3C690F}" srcOrd="1" destOrd="0" presId="urn:microsoft.com/office/officeart/2018/5/layout/IconCircleLabelList"/>
    <dgm:cxn modelId="{669B67FF-B519-41CB-8A40-65C15434B559}" type="presParOf" srcId="{5A8A06A6-458C-4D0B-81D7-8D44CFA925AC}" destId="{5F54D546-DD34-4EEA-A99E-E8505F71AD0A}" srcOrd="2" destOrd="0" presId="urn:microsoft.com/office/officeart/2018/5/layout/IconCircleLabelList"/>
    <dgm:cxn modelId="{7DED91FE-0518-4746-8E19-9EB7E03EF78D}" type="presParOf" srcId="{5A8A06A6-458C-4D0B-81D7-8D44CFA925AC}" destId="{2A47467A-8217-422B-8C8A-A5D6775C36EF}" srcOrd="3" destOrd="0" presId="urn:microsoft.com/office/officeart/2018/5/layout/IconCircleLabelList"/>
    <dgm:cxn modelId="{1FD89E53-628A-4402-97E5-A4D5F3D29321}" type="presParOf" srcId="{A2D576FC-C3EA-49E8-9A0C-79366C28F0F2}" destId="{17631E13-D93B-4B67-9D71-A042C3D72107}" srcOrd="1" destOrd="0" presId="urn:microsoft.com/office/officeart/2018/5/layout/IconCircleLabelList"/>
    <dgm:cxn modelId="{BC3C68CC-F27A-4176-B8AF-DF8E6831B073}" type="presParOf" srcId="{A2D576FC-C3EA-49E8-9A0C-79366C28F0F2}" destId="{8595C55E-A6E6-4BEA-9D74-246FC11F0C57}" srcOrd="2" destOrd="0" presId="urn:microsoft.com/office/officeart/2018/5/layout/IconCircleLabelList"/>
    <dgm:cxn modelId="{870861C1-C438-4C96-8DAE-233515572BF0}" type="presParOf" srcId="{8595C55E-A6E6-4BEA-9D74-246FC11F0C57}" destId="{848BCD37-088A-4D6D-9981-AC5578ABEDB5}" srcOrd="0" destOrd="0" presId="urn:microsoft.com/office/officeart/2018/5/layout/IconCircleLabelList"/>
    <dgm:cxn modelId="{65810556-9C08-4FC1-A12A-216BEAB6B970}" type="presParOf" srcId="{8595C55E-A6E6-4BEA-9D74-246FC11F0C57}" destId="{562EE7E4-9D41-4BE1-957C-5CEBC7131267}" srcOrd="1" destOrd="0" presId="urn:microsoft.com/office/officeart/2018/5/layout/IconCircleLabelList"/>
    <dgm:cxn modelId="{3F875436-13F1-4B3D-8423-3C2180100736}" type="presParOf" srcId="{8595C55E-A6E6-4BEA-9D74-246FC11F0C57}" destId="{C328EF68-7997-478F-9DBC-B52F3E195EEE}" srcOrd="2" destOrd="0" presId="urn:microsoft.com/office/officeart/2018/5/layout/IconCircleLabelList"/>
    <dgm:cxn modelId="{708D02BD-A01A-4BF3-9F7E-82B2A6991E31}" type="presParOf" srcId="{8595C55E-A6E6-4BEA-9D74-246FC11F0C57}" destId="{38EC5641-F7D8-48C3-92C6-389F53532DF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E78BCC-7803-497E-AF99-DD915CD008C4}">
      <dsp:nvSpPr>
        <dsp:cNvPr id="0" name=""/>
        <dsp:cNvSpPr/>
      </dsp:nvSpPr>
      <dsp:spPr>
        <a:xfrm>
          <a:off x="489869" y="333318"/>
          <a:ext cx="1303875" cy="130387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8F01E6-F6C1-4CAC-A5F9-397DF4CD761C}">
      <dsp:nvSpPr>
        <dsp:cNvPr id="0" name=""/>
        <dsp:cNvSpPr/>
      </dsp:nvSpPr>
      <dsp:spPr>
        <a:xfrm>
          <a:off x="767745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FB53FF-0141-4934-BBDC-AF5C08A99EDB}">
      <dsp:nvSpPr>
        <dsp:cNvPr id="0" name=""/>
        <dsp:cNvSpPr/>
      </dsp:nvSpPr>
      <dsp:spPr>
        <a:xfrm>
          <a:off x="73057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Smart system for parking management</a:t>
          </a:r>
        </a:p>
      </dsp:txBody>
      <dsp:txXfrm>
        <a:off x="73057" y="2043319"/>
        <a:ext cx="2137500" cy="720000"/>
      </dsp:txXfrm>
    </dsp:sp>
    <dsp:sp modelId="{651D41B5-44F9-415C-87D7-C95115205A1B}">
      <dsp:nvSpPr>
        <dsp:cNvPr id="0" name=""/>
        <dsp:cNvSpPr/>
      </dsp:nvSpPr>
      <dsp:spPr>
        <a:xfrm>
          <a:off x="3001432" y="333318"/>
          <a:ext cx="1303875" cy="130387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1BCB90-33CE-4F6F-85ED-32AE58F0131C}">
      <dsp:nvSpPr>
        <dsp:cNvPr id="0" name=""/>
        <dsp:cNvSpPr/>
      </dsp:nvSpPr>
      <dsp:spPr>
        <a:xfrm>
          <a:off x="3279307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304F7B-420B-4870-82A9-93D13FE85503}">
      <dsp:nvSpPr>
        <dsp:cNvPr id="0" name=""/>
        <dsp:cNvSpPr/>
      </dsp:nvSpPr>
      <dsp:spPr>
        <a:xfrm>
          <a:off x="2584620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Detects vehicle entry and exit</a:t>
          </a:r>
        </a:p>
      </dsp:txBody>
      <dsp:txXfrm>
        <a:off x="2584620" y="2043319"/>
        <a:ext cx="2137500" cy="720000"/>
      </dsp:txXfrm>
    </dsp:sp>
    <dsp:sp modelId="{7AD581D0-C7F7-432E-A568-7D73B64A268D}">
      <dsp:nvSpPr>
        <dsp:cNvPr id="0" name=""/>
        <dsp:cNvSpPr/>
      </dsp:nvSpPr>
      <dsp:spPr>
        <a:xfrm>
          <a:off x="5512995" y="333318"/>
          <a:ext cx="1303875" cy="130387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C67443-DF48-45FD-BA5E-2A17D77ECE5F}">
      <dsp:nvSpPr>
        <dsp:cNvPr id="0" name=""/>
        <dsp:cNvSpPr/>
      </dsp:nvSpPr>
      <dsp:spPr>
        <a:xfrm>
          <a:off x="5790870" y="611193"/>
          <a:ext cx="748125" cy="7481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A5D289-57FC-47C5-BDB7-EC5AE9ADE928}">
      <dsp:nvSpPr>
        <dsp:cNvPr id="0" name=""/>
        <dsp:cNvSpPr/>
      </dsp:nvSpPr>
      <dsp:spPr>
        <a:xfrm>
          <a:off x="5096182" y="2043319"/>
          <a:ext cx="2137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Displays available slots in real-time</a:t>
          </a:r>
        </a:p>
      </dsp:txBody>
      <dsp:txXfrm>
        <a:off x="5096182" y="2043319"/>
        <a:ext cx="2137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FB236F-8EEC-4DF6-B9E7-EBD68CF25E0E}">
      <dsp:nvSpPr>
        <dsp:cNvPr id="0" name=""/>
        <dsp:cNvSpPr/>
      </dsp:nvSpPr>
      <dsp:spPr>
        <a:xfrm>
          <a:off x="0" y="406"/>
          <a:ext cx="7704667" cy="952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548709C-5A75-4C5E-926A-A30FF2CA3FE9}">
      <dsp:nvSpPr>
        <dsp:cNvPr id="0" name=""/>
        <dsp:cNvSpPr/>
      </dsp:nvSpPr>
      <dsp:spPr>
        <a:xfrm>
          <a:off x="287980" y="214606"/>
          <a:ext cx="523600" cy="523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B8195A-D300-49D2-BE97-1994E7874D0E}">
      <dsp:nvSpPr>
        <dsp:cNvPr id="0" name=""/>
        <dsp:cNvSpPr/>
      </dsp:nvSpPr>
      <dsp:spPr>
        <a:xfrm>
          <a:off x="1099560" y="406"/>
          <a:ext cx="6605106" cy="9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3" tIns="100753" rIns="100753" bIns="1007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Reduce parking congestion</a:t>
          </a:r>
        </a:p>
      </dsp:txBody>
      <dsp:txXfrm>
        <a:off x="1099560" y="406"/>
        <a:ext cx="6605106" cy="952000"/>
      </dsp:txXfrm>
    </dsp:sp>
    <dsp:sp modelId="{BF3575A4-A363-487D-8973-99C917BEFCB6}">
      <dsp:nvSpPr>
        <dsp:cNvPr id="0" name=""/>
        <dsp:cNvSpPr/>
      </dsp:nvSpPr>
      <dsp:spPr>
        <a:xfrm>
          <a:off x="0" y="1190407"/>
          <a:ext cx="7704667" cy="952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08F6B6-966A-4F71-A782-3DAEEFFFF725}">
      <dsp:nvSpPr>
        <dsp:cNvPr id="0" name=""/>
        <dsp:cNvSpPr/>
      </dsp:nvSpPr>
      <dsp:spPr>
        <a:xfrm>
          <a:off x="287980" y="1404607"/>
          <a:ext cx="523600" cy="523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30D77A-558D-4856-BAAA-A8911BF0FE12}">
      <dsp:nvSpPr>
        <dsp:cNvPr id="0" name=""/>
        <dsp:cNvSpPr/>
      </dsp:nvSpPr>
      <dsp:spPr>
        <a:xfrm>
          <a:off x="1099560" y="1190407"/>
          <a:ext cx="6605106" cy="9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3" tIns="100753" rIns="100753" bIns="1007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Automate gate control</a:t>
          </a:r>
        </a:p>
      </dsp:txBody>
      <dsp:txXfrm>
        <a:off x="1099560" y="1190407"/>
        <a:ext cx="6605106" cy="952000"/>
      </dsp:txXfrm>
    </dsp:sp>
    <dsp:sp modelId="{9137A0E1-7AC6-4D87-9EC8-DFA19E9392ED}">
      <dsp:nvSpPr>
        <dsp:cNvPr id="0" name=""/>
        <dsp:cNvSpPr/>
      </dsp:nvSpPr>
      <dsp:spPr>
        <a:xfrm>
          <a:off x="0" y="2380408"/>
          <a:ext cx="7704667" cy="95200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D0D018-F954-4FF7-942C-07863CE12C88}">
      <dsp:nvSpPr>
        <dsp:cNvPr id="0" name=""/>
        <dsp:cNvSpPr/>
      </dsp:nvSpPr>
      <dsp:spPr>
        <a:xfrm>
          <a:off x="287980" y="2594608"/>
          <a:ext cx="523600" cy="5236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EF293E-D21E-4584-B5AC-CC979F5B0314}">
      <dsp:nvSpPr>
        <dsp:cNvPr id="0" name=""/>
        <dsp:cNvSpPr/>
      </dsp:nvSpPr>
      <dsp:spPr>
        <a:xfrm>
          <a:off x="1099560" y="2380408"/>
          <a:ext cx="6605106" cy="95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3" tIns="100753" rIns="100753" bIns="10075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Provide real-time availability</a:t>
          </a:r>
        </a:p>
      </dsp:txBody>
      <dsp:txXfrm>
        <a:off x="1099560" y="2380408"/>
        <a:ext cx="6605106" cy="952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CFD8E3-44E2-4B78-8833-6DA7BF51D6E0}">
      <dsp:nvSpPr>
        <dsp:cNvPr id="0" name=""/>
        <dsp:cNvSpPr/>
      </dsp:nvSpPr>
      <dsp:spPr>
        <a:xfrm>
          <a:off x="0" y="19739"/>
          <a:ext cx="4869656" cy="76752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Arduino Uno</a:t>
          </a:r>
        </a:p>
      </dsp:txBody>
      <dsp:txXfrm>
        <a:off x="37467" y="57206"/>
        <a:ext cx="4794722" cy="692586"/>
      </dsp:txXfrm>
    </dsp:sp>
    <dsp:sp modelId="{028E3CBC-47B8-4343-8438-73C316C39727}">
      <dsp:nvSpPr>
        <dsp:cNvPr id="0" name=""/>
        <dsp:cNvSpPr/>
      </dsp:nvSpPr>
      <dsp:spPr>
        <a:xfrm>
          <a:off x="0" y="879419"/>
          <a:ext cx="4869656" cy="767520"/>
        </a:xfrm>
        <a:prstGeom prst="roundRect">
          <a:avLst/>
        </a:prstGeom>
        <a:solidFill>
          <a:schemeClr val="accent5">
            <a:hueOff val="-743124"/>
            <a:satOff val="732"/>
            <a:lumOff val="1647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Ultrasonic Sensor</a:t>
          </a:r>
        </a:p>
      </dsp:txBody>
      <dsp:txXfrm>
        <a:off x="37467" y="916886"/>
        <a:ext cx="4794722" cy="692586"/>
      </dsp:txXfrm>
    </dsp:sp>
    <dsp:sp modelId="{9B6D22BB-FB6A-4AFF-B8CB-5B66931BAA9E}">
      <dsp:nvSpPr>
        <dsp:cNvPr id="0" name=""/>
        <dsp:cNvSpPr/>
      </dsp:nvSpPr>
      <dsp:spPr>
        <a:xfrm>
          <a:off x="0" y="1732550"/>
          <a:ext cx="4869656" cy="767520"/>
        </a:xfrm>
        <a:prstGeom prst="roundRect">
          <a:avLst/>
        </a:prstGeom>
        <a:solidFill>
          <a:schemeClr val="accent5">
            <a:hueOff val="-1486249"/>
            <a:satOff val="1463"/>
            <a:lumOff val="329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IR Sensor</a:t>
          </a:r>
        </a:p>
      </dsp:txBody>
      <dsp:txXfrm>
        <a:off x="37467" y="1770017"/>
        <a:ext cx="4794722" cy="692586"/>
      </dsp:txXfrm>
    </dsp:sp>
    <dsp:sp modelId="{E9BCE826-FCCB-46B7-80C0-2225AE7E25A5}">
      <dsp:nvSpPr>
        <dsp:cNvPr id="0" name=""/>
        <dsp:cNvSpPr/>
      </dsp:nvSpPr>
      <dsp:spPr>
        <a:xfrm>
          <a:off x="0" y="2598780"/>
          <a:ext cx="4869656" cy="767520"/>
        </a:xfrm>
        <a:prstGeom prst="roundRect">
          <a:avLst/>
        </a:prstGeom>
        <a:solidFill>
          <a:schemeClr val="accent5">
            <a:hueOff val="-2229373"/>
            <a:satOff val="2195"/>
            <a:lumOff val="494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Servo Motor</a:t>
          </a:r>
        </a:p>
      </dsp:txBody>
      <dsp:txXfrm>
        <a:off x="37467" y="2636247"/>
        <a:ext cx="4794722" cy="692586"/>
      </dsp:txXfrm>
    </dsp:sp>
    <dsp:sp modelId="{201AAFF8-71B9-4FA5-B259-8493EB043884}">
      <dsp:nvSpPr>
        <dsp:cNvPr id="0" name=""/>
        <dsp:cNvSpPr/>
      </dsp:nvSpPr>
      <dsp:spPr>
        <a:xfrm>
          <a:off x="0" y="3458460"/>
          <a:ext cx="4869656" cy="767520"/>
        </a:xfrm>
        <a:prstGeom prst="roundRect">
          <a:avLst/>
        </a:prstGeom>
        <a:solidFill>
          <a:schemeClr val="accent5">
            <a:hueOff val="-2972498"/>
            <a:satOff val="2926"/>
            <a:lumOff val="6589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OLED Display</a:t>
          </a:r>
        </a:p>
      </dsp:txBody>
      <dsp:txXfrm>
        <a:off x="37467" y="3495927"/>
        <a:ext cx="4794722" cy="692586"/>
      </dsp:txXfrm>
    </dsp:sp>
    <dsp:sp modelId="{80236F6D-44D6-44F9-AE19-8F85E76086E0}">
      <dsp:nvSpPr>
        <dsp:cNvPr id="0" name=""/>
        <dsp:cNvSpPr/>
      </dsp:nvSpPr>
      <dsp:spPr>
        <a:xfrm>
          <a:off x="0" y="4318140"/>
          <a:ext cx="4869656" cy="767520"/>
        </a:xfrm>
        <a:prstGeom prst="roundRect">
          <a:avLst/>
        </a:prstGeom>
        <a:solidFill>
          <a:schemeClr val="accent5">
            <a:hueOff val="-3715622"/>
            <a:satOff val="3658"/>
            <a:lumOff val="8236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Red &amp; Green LEDs</a:t>
          </a:r>
        </a:p>
      </dsp:txBody>
      <dsp:txXfrm>
        <a:off x="37467" y="4355607"/>
        <a:ext cx="4794722" cy="69258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06DFB0-DC09-4CCF-9D9B-EC03790C650E}">
      <dsp:nvSpPr>
        <dsp:cNvPr id="0" name=""/>
        <dsp:cNvSpPr/>
      </dsp:nvSpPr>
      <dsp:spPr>
        <a:xfrm>
          <a:off x="0" y="55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C22B82-B17B-495E-A901-DC6BC3F9C276}">
      <dsp:nvSpPr>
        <dsp:cNvPr id="0" name=""/>
        <dsp:cNvSpPr/>
      </dsp:nvSpPr>
      <dsp:spPr>
        <a:xfrm>
          <a:off x="394561" y="29403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A557B-9423-48F5-A301-5C1216BC11AF}">
      <dsp:nvSpPr>
        <dsp:cNvPr id="0" name=""/>
        <dsp:cNvSpPr/>
      </dsp:nvSpPr>
      <dsp:spPr>
        <a:xfrm>
          <a:off x="1506508" y="55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Sensors → Arduino → Output Devices</a:t>
          </a:r>
        </a:p>
      </dsp:txBody>
      <dsp:txXfrm>
        <a:off x="1506508" y="557"/>
        <a:ext cx="3171511" cy="1304336"/>
      </dsp:txXfrm>
    </dsp:sp>
    <dsp:sp modelId="{995463F1-5FF2-4B4A-8411-B0B035846230}">
      <dsp:nvSpPr>
        <dsp:cNvPr id="0" name=""/>
        <dsp:cNvSpPr/>
      </dsp:nvSpPr>
      <dsp:spPr>
        <a:xfrm>
          <a:off x="0" y="163097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63FF25-D1C0-42D7-9C19-EB7326DBC129}">
      <dsp:nvSpPr>
        <dsp:cNvPr id="0" name=""/>
        <dsp:cNvSpPr/>
      </dsp:nvSpPr>
      <dsp:spPr>
        <a:xfrm>
          <a:off x="394561" y="192445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EFC45A-3EBD-4183-9482-3FC5166D8842}">
      <dsp:nvSpPr>
        <dsp:cNvPr id="0" name=""/>
        <dsp:cNvSpPr/>
      </dsp:nvSpPr>
      <dsp:spPr>
        <a:xfrm>
          <a:off x="1506508" y="163097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Outputs: Servo, OLED, LEDs</a:t>
          </a:r>
        </a:p>
      </dsp:txBody>
      <dsp:txXfrm>
        <a:off x="1506508" y="1630977"/>
        <a:ext cx="3171511" cy="1304336"/>
      </dsp:txXfrm>
    </dsp:sp>
    <dsp:sp modelId="{9AB82D82-2BEA-4BBD-919A-00CF2B0DC458}">
      <dsp:nvSpPr>
        <dsp:cNvPr id="0" name=""/>
        <dsp:cNvSpPr/>
      </dsp:nvSpPr>
      <dsp:spPr>
        <a:xfrm>
          <a:off x="0" y="3261397"/>
          <a:ext cx="4678020" cy="13043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20B301-5EE5-482F-B266-580A97D00BA0}">
      <dsp:nvSpPr>
        <dsp:cNvPr id="0" name=""/>
        <dsp:cNvSpPr/>
      </dsp:nvSpPr>
      <dsp:spPr>
        <a:xfrm>
          <a:off x="394561" y="3554873"/>
          <a:ext cx="717384" cy="71738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CD1124-8EF4-42C5-8761-CC6F3FB894CC}">
      <dsp:nvSpPr>
        <dsp:cNvPr id="0" name=""/>
        <dsp:cNvSpPr/>
      </dsp:nvSpPr>
      <dsp:spPr>
        <a:xfrm>
          <a:off x="1506508" y="3261397"/>
          <a:ext cx="3171511" cy="13043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042" tIns="138042" rIns="138042" bIns="13804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Real-time processing</a:t>
          </a:r>
        </a:p>
      </dsp:txBody>
      <dsp:txXfrm>
        <a:off x="1506508" y="3261397"/>
        <a:ext cx="3171511" cy="130433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714D1F-21D6-449A-B206-A8FD67ED7245}">
      <dsp:nvSpPr>
        <dsp:cNvPr id="0" name=""/>
        <dsp:cNvSpPr/>
      </dsp:nvSpPr>
      <dsp:spPr>
        <a:xfrm>
          <a:off x="0" y="0"/>
          <a:ext cx="5932593" cy="599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Start system</a:t>
          </a:r>
        </a:p>
      </dsp:txBody>
      <dsp:txXfrm>
        <a:off x="17571" y="17571"/>
        <a:ext cx="5215057" cy="564764"/>
      </dsp:txXfrm>
    </dsp:sp>
    <dsp:sp modelId="{5373F9CB-8788-439A-B7BA-DF67212B1912}">
      <dsp:nvSpPr>
        <dsp:cNvPr id="0" name=""/>
        <dsp:cNvSpPr/>
      </dsp:nvSpPr>
      <dsp:spPr>
        <a:xfrm>
          <a:off x="443018" y="683227"/>
          <a:ext cx="5932593" cy="599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Check entry sensor</a:t>
          </a:r>
        </a:p>
      </dsp:txBody>
      <dsp:txXfrm>
        <a:off x="460589" y="700798"/>
        <a:ext cx="5064493" cy="564764"/>
      </dsp:txXfrm>
    </dsp:sp>
    <dsp:sp modelId="{F3FA329A-98AE-4EEF-AEB9-CFD6DA34AB3B}">
      <dsp:nvSpPr>
        <dsp:cNvPr id="0" name=""/>
        <dsp:cNvSpPr/>
      </dsp:nvSpPr>
      <dsp:spPr>
        <a:xfrm>
          <a:off x="886036" y="1366454"/>
          <a:ext cx="5932593" cy="599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If slot available → open gate</a:t>
          </a:r>
        </a:p>
      </dsp:txBody>
      <dsp:txXfrm>
        <a:off x="903607" y="1384025"/>
        <a:ext cx="5064493" cy="564764"/>
      </dsp:txXfrm>
    </dsp:sp>
    <dsp:sp modelId="{1E80BA05-9B90-4979-8D3A-936FE9AFBE87}">
      <dsp:nvSpPr>
        <dsp:cNvPr id="0" name=""/>
        <dsp:cNvSpPr/>
      </dsp:nvSpPr>
      <dsp:spPr>
        <a:xfrm>
          <a:off x="1329055" y="2049681"/>
          <a:ext cx="5932593" cy="599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Decrease slot count</a:t>
          </a:r>
        </a:p>
      </dsp:txBody>
      <dsp:txXfrm>
        <a:off x="1346626" y="2067252"/>
        <a:ext cx="5064493" cy="564764"/>
      </dsp:txXfrm>
    </dsp:sp>
    <dsp:sp modelId="{C3119760-05AE-46C5-BF88-86ACCAF4F6A2}">
      <dsp:nvSpPr>
        <dsp:cNvPr id="0" name=""/>
        <dsp:cNvSpPr/>
      </dsp:nvSpPr>
      <dsp:spPr>
        <a:xfrm>
          <a:off x="1772073" y="2732909"/>
          <a:ext cx="5932593" cy="5999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Check exit → increase slot</a:t>
          </a:r>
        </a:p>
      </dsp:txBody>
      <dsp:txXfrm>
        <a:off x="1789644" y="2750480"/>
        <a:ext cx="5064493" cy="564764"/>
      </dsp:txXfrm>
    </dsp:sp>
    <dsp:sp modelId="{FF126FFF-F8CC-495C-89FD-EB1150DAC7CB}">
      <dsp:nvSpPr>
        <dsp:cNvPr id="0" name=""/>
        <dsp:cNvSpPr/>
      </dsp:nvSpPr>
      <dsp:spPr>
        <a:xfrm>
          <a:off x="5542654" y="438265"/>
          <a:ext cx="389939" cy="389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5630390" y="438265"/>
        <a:ext cx="214467" cy="293429"/>
      </dsp:txXfrm>
    </dsp:sp>
    <dsp:sp modelId="{729DFA2F-B650-4FAD-B911-62E5E4AB0434}">
      <dsp:nvSpPr>
        <dsp:cNvPr id="0" name=""/>
        <dsp:cNvSpPr/>
      </dsp:nvSpPr>
      <dsp:spPr>
        <a:xfrm>
          <a:off x="5985672" y="1121492"/>
          <a:ext cx="389939" cy="389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073408" y="1121492"/>
        <a:ext cx="214467" cy="293429"/>
      </dsp:txXfrm>
    </dsp:sp>
    <dsp:sp modelId="{A6AE4A03-1BA8-45D3-8C56-141556C873A0}">
      <dsp:nvSpPr>
        <dsp:cNvPr id="0" name=""/>
        <dsp:cNvSpPr/>
      </dsp:nvSpPr>
      <dsp:spPr>
        <a:xfrm>
          <a:off x="6428690" y="1794721"/>
          <a:ext cx="389939" cy="389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516426" y="1794721"/>
        <a:ext cx="214467" cy="293429"/>
      </dsp:txXfrm>
    </dsp:sp>
    <dsp:sp modelId="{AB3D53D9-5D35-41E5-B771-FDAACCBE09B7}">
      <dsp:nvSpPr>
        <dsp:cNvPr id="0" name=""/>
        <dsp:cNvSpPr/>
      </dsp:nvSpPr>
      <dsp:spPr>
        <a:xfrm>
          <a:off x="6871709" y="2484614"/>
          <a:ext cx="389939" cy="3899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959445" y="2484614"/>
        <a:ext cx="214467" cy="29342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3C9201-E95E-4DD6-B149-5320558D83F2}">
      <dsp:nvSpPr>
        <dsp:cNvPr id="0" name=""/>
        <dsp:cNvSpPr/>
      </dsp:nvSpPr>
      <dsp:spPr>
        <a:xfrm>
          <a:off x="0" y="1895"/>
          <a:ext cx="4678020" cy="9605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F3FFF1-6FC9-47DE-BC8A-B1EC61B2AEF7}">
      <dsp:nvSpPr>
        <dsp:cNvPr id="0" name=""/>
        <dsp:cNvSpPr/>
      </dsp:nvSpPr>
      <dsp:spPr>
        <a:xfrm>
          <a:off x="290559" y="218013"/>
          <a:ext cx="528289" cy="5282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C8BC6-A96B-43A1-80E1-2FEB1997B044}">
      <dsp:nvSpPr>
        <dsp:cNvPr id="0" name=""/>
        <dsp:cNvSpPr/>
      </dsp:nvSpPr>
      <dsp:spPr>
        <a:xfrm>
          <a:off x="1109408" y="1895"/>
          <a:ext cx="3568611" cy="960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56" tIns="101656" rIns="101656" bIns="1016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Low-cost system</a:t>
          </a:r>
        </a:p>
      </dsp:txBody>
      <dsp:txXfrm>
        <a:off x="1109408" y="1895"/>
        <a:ext cx="3568611" cy="960526"/>
      </dsp:txXfrm>
    </dsp:sp>
    <dsp:sp modelId="{7CAFFB69-E1CB-41C5-BA87-AF93D26F1F38}">
      <dsp:nvSpPr>
        <dsp:cNvPr id="0" name=""/>
        <dsp:cNvSpPr/>
      </dsp:nvSpPr>
      <dsp:spPr>
        <a:xfrm>
          <a:off x="0" y="1202553"/>
          <a:ext cx="4678020" cy="9605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C0B8F20-E7C2-4F73-B43C-549B0CDCE8CB}">
      <dsp:nvSpPr>
        <dsp:cNvPr id="0" name=""/>
        <dsp:cNvSpPr/>
      </dsp:nvSpPr>
      <dsp:spPr>
        <a:xfrm>
          <a:off x="290559" y="1418671"/>
          <a:ext cx="528289" cy="5282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3578B1-4FAF-4256-8679-9CC8306CEC7A}">
      <dsp:nvSpPr>
        <dsp:cNvPr id="0" name=""/>
        <dsp:cNvSpPr/>
      </dsp:nvSpPr>
      <dsp:spPr>
        <a:xfrm>
          <a:off x="1109408" y="1202553"/>
          <a:ext cx="3568611" cy="960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56" tIns="101656" rIns="101656" bIns="1016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Easy to implement</a:t>
          </a:r>
        </a:p>
      </dsp:txBody>
      <dsp:txXfrm>
        <a:off x="1109408" y="1202553"/>
        <a:ext cx="3568611" cy="960526"/>
      </dsp:txXfrm>
    </dsp:sp>
    <dsp:sp modelId="{1FDBD898-8F55-4ABF-844D-396A763DD2F3}">
      <dsp:nvSpPr>
        <dsp:cNvPr id="0" name=""/>
        <dsp:cNvSpPr/>
      </dsp:nvSpPr>
      <dsp:spPr>
        <a:xfrm>
          <a:off x="0" y="2403211"/>
          <a:ext cx="4678020" cy="9605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35C594-14FC-4F3E-BC4A-881C87226CF7}">
      <dsp:nvSpPr>
        <dsp:cNvPr id="0" name=""/>
        <dsp:cNvSpPr/>
      </dsp:nvSpPr>
      <dsp:spPr>
        <a:xfrm>
          <a:off x="290559" y="2619329"/>
          <a:ext cx="528289" cy="5282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878210-4FB1-49D4-87FA-29E8C0A6F657}">
      <dsp:nvSpPr>
        <dsp:cNvPr id="0" name=""/>
        <dsp:cNvSpPr/>
      </dsp:nvSpPr>
      <dsp:spPr>
        <a:xfrm>
          <a:off x="1109408" y="2403211"/>
          <a:ext cx="3568611" cy="960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56" tIns="101656" rIns="101656" bIns="1016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Real-time monitoring</a:t>
          </a:r>
        </a:p>
      </dsp:txBody>
      <dsp:txXfrm>
        <a:off x="1109408" y="2403211"/>
        <a:ext cx="3568611" cy="960526"/>
      </dsp:txXfrm>
    </dsp:sp>
    <dsp:sp modelId="{EABC66B3-DD86-4AD8-8370-E40CA64FD549}">
      <dsp:nvSpPr>
        <dsp:cNvPr id="0" name=""/>
        <dsp:cNvSpPr/>
      </dsp:nvSpPr>
      <dsp:spPr>
        <a:xfrm>
          <a:off x="0" y="3603869"/>
          <a:ext cx="4678020" cy="96052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8C6693-4B9E-4304-A3DF-52286135BDEB}">
      <dsp:nvSpPr>
        <dsp:cNvPr id="0" name=""/>
        <dsp:cNvSpPr/>
      </dsp:nvSpPr>
      <dsp:spPr>
        <a:xfrm>
          <a:off x="290559" y="3819987"/>
          <a:ext cx="528289" cy="52828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4C1E6-80BF-451F-B47A-C19EED578170}">
      <dsp:nvSpPr>
        <dsp:cNvPr id="0" name=""/>
        <dsp:cNvSpPr/>
      </dsp:nvSpPr>
      <dsp:spPr>
        <a:xfrm>
          <a:off x="1109408" y="3603869"/>
          <a:ext cx="3568611" cy="960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1656" tIns="101656" rIns="101656" bIns="10165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Reduces manual work</a:t>
          </a:r>
        </a:p>
      </dsp:txBody>
      <dsp:txXfrm>
        <a:off x="1109408" y="3603869"/>
        <a:ext cx="3568611" cy="9605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D8E82-978F-4221-9CAB-EE8150FD8264}">
      <dsp:nvSpPr>
        <dsp:cNvPr id="0" name=""/>
        <dsp:cNvSpPr/>
      </dsp:nvSpPr>
      <dsp:spPr>
        <a:xfrm>
          <a:off x="677718" y="11606"/>
          <a:ext cx="1200937" cy="12009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AC0239-8066-456D-813F-43310CB87F2B}">
      <dsp:nvSpPr>
        <dsp:cNvPr id="0" name=""/>
        <dsp:cNvSpPr/>
      </dsp:nvSpPr>
      <dsp:spPr>
        <a:xfrm>
          <a:off x="933656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C5C79-01A9-4461-B87C-E3465FBAE1E4}">
      <dsp:nvSpPr>
        <dsp:cNvPr id="0" name=""/>
        <dsp:cNvSpPr/>
      </dsp:nvSpPr>
      <dsp:spPr>
        <a:xfrm>
          <a:off x="293812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Efficient parking solution</a:t>
          </a:r>
        </a:p>
      </dsp:txBody>
      <dsp:txXfrm>
        <a:off x="293812" y="1586606"/>
        <a:ext cx="1968750" cy="720000"/>
      </dsp:txXfrm>
    </dsp:sp>
    <dsp:sp modelId="{0907AA4F-B6DA-44A5-AD00-016943863A13}">
      <dsp:nvSpPr>
        <dsp:cNvPr id="0" name=""/>
        <dsp:cNvSpPr/>
      </dsp:nvSpPr>
      <dsp:spPr>
        <a:xfrm>
          <a:off x="2990999" y="11606"/>
          <a:ext cx="1200937" cy="12009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43D48B-8307-4E11-86E5-3F85713487F1}">
      <dsp:nvSpPr>
        <dsp:cNvPr id="0" name=""/>
        <dsp:cNvSpPr/>
      </dsp:nvSpPr>
      <dsp:spPr>
        <a:xfrm>
          <a:off x="3246937" y="267543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A240C7-225F-495F-801B-07387D1BE07C}">
      <dsp:nvSpPr>
        <dsp:cNvPr id="0" name=""/>
        <dsp:cNvSpPr/>
      </dsp:nvSpPr>
      <dsp:spPr>
        <a:xfrm>
          <a:off x="2607093" y="1586606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Improves user experience</a:t>
          </a:r>
        </a:p>
      </dsp:txBody>
      <dsp:txXfrm>
        <a:off x="2607093" y="1586606"/>
        <a:ext cx="1968750" cy="720000"/>
      </dsp:txXfrm>
    </dsp:sp>
    <dsp:sp modelId="{44D321BE-1D3B-4119-8F23-507D64D4ADBB}">
      <dsp:nvSpPr>
        <dsp:cNvPr id="0" name=""/>
        <dsp:cNvSpPr/>
      </dsp:nvSpPr>
      <dsp:spPr>
        <a:xfrm>
          <a:off x="1834359" y="2798793"/>
          <a:ext cx="1200937" cy="12009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1011B0D-E2C9-4E89-83CB-134EF79F6430}">
      <dsp:nvSpPr>
        <dsp:cNvPr id="0" name=""/>
        <dsp:cNvSpPr/>
      </dsp:nvSpPr>
      <dsp:spPr>
        <a:xfrm>
          <a:off x="2090296" y="3054731"/>
          <a:ext cx="689062" cy="689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D7A4C8-4035-4CE4-81DF-419823E75C98}">
      <dsp:nvSpPr>
        <dsp:cNvPr id="0" name=""/>
        <dsp:cNvSpPr/>
      </dsp:nvSpPr>
      <dsp:spPr>
        <a:xfrm>
          <a:off x="1450453" y="4373793"/>
          <a:ext cx="19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Scalable for smart cities</a:t>
          </a:r>
        </a:p>
      </dsp:txBody>
      <dsp:txXfrm>
        <a:off x="1450453" y="4373793"/>
        <a:ext cx="196875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5BFA4E-2A29-4F3E-8347-4E7571296493}">
      <dsp:nvSpPr>
        <dsp:cNvPr id="0" name=""/>
        <dsp:cNvSpPr/>
      </dsp:nvSpPr>
      <dsp:spPr>
        <a:xfrm>
          <a:off x="1042807" y="18318"/>
          <a:ext cx="1784250" cy="178425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EB3789-1B88-4AD0-AAF6-0EE98C3C690F}">
      <dsp:nvSpPr>
        <dsp:cNvPr id="0" name=""/>
        <dsp:cNvSpPr/>
      </dsp:nvSpPr>
      <dsp:spPr>
        <a:xfrm>
          <a:off x="1423057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47467A-8217-422B-8C8A-A5D6775C36EF}">
      <dsp:nvSpPr>
        <dsp:cNvPr id="0" name=""/>
        <dsp:cNvSpPr/>
      </dsp:nvSpPr>
      <dsp:spPr>
        <a:xfrm>
          <a:off x="472432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Thank you for your attention</a:t>
          </a:r>
        </a:p>
      </dsp:txBody>
      <dsp:txXfrm>
        <a:off x="472432" y="2358319"/>
        <a:ext cx="2925000" cy="720000"/>
      </dsp:txXfrm>
    </dsp:sp>
    <dsp:sp modelId="{848BCD37-088A-4D6D-9981-AC5578ABEDB5}">
      <dsp:nvSpPr>
        <dsp:cNvPr id="0" name=""/>
        <dsp:cNvSpPr/>
      </dsp:nvSpPr>
      <dsp:spPr>
        <a:xfrm>
          <a:off x="4479682" y="18318"/>
          <a:ext cx="1784250" cy="178425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2EE7E4-9D41-4BE1-957C-5CEBC7131267}">
      <dsp:nvSpPr>
        <dsp:cNvPr id="0" name=""/>
        <dsp:cNvSpPr/>
      </dsp:nvSpPr>
      <dsp:spPr>
        <a:xfrm>
          <a:off x="4859932" y="398568"/>
          <a:ext cx="1023750" cy="10237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C5641-F7D8-48C3-92C6-389F53532DF9}">
      <dsp:nvSpPr>
        <dsp:cNvPr id="0" name=""/>
        <dsp:cNvSpPr/>
      </dsp:nvSpPr>
      <dsp:spPr>
        <a:xfrm>
          <a:off x="3909307" y="2358319"/>
          <a:ext cx="29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500" kern="1200"/>
            <a:t>Any Questions?</a:t>
          </a:r>
        </a:p>
      </dsp:txBody>
      <dsp:txXfrm>
        <a:off x="3909307" y="2358319"/>
        <a:ext cx="2925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23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8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25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789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15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37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571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109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9777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6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5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3258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89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352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8307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5805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91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18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0721" y="2166905"/>
            <a:ext cx="6947127" cy="2359151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Smart Parking System</a:t>
            </a:r>
            <a:r>
              <a:rPr lang="en-US" sz="5400" dirty="0"/>
              <a:t>🚗</a:t>
            </a:r>
            <a:endParaRPr lang="en-US" sz="54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43C6C7-0DCE-CFD9-CEC3-6B9962D1F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662" y="205359"/>
            <a:ext cx="3701034" cy="2278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941963"/>
            <a:ext cx="7306739" cy="1752599"/>
          </a:xfrm>
        </p:spPr>
        <p:txBody>
          <a:bodyPr>
            <a:normAutofit/>
          </a:bodyPr>
          <a:lstStyle/>
          <a:p>
            <a:r>
              <a:rPr lang="en-IN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F0502020204030204" pitchFamily="18" charset="0"/>
              </a:rPr>
              <a:t>Introduction</a:t>
            </a:r>
            <a:br>
              <a:rPr lang="en-IN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b="1" dirty="0">
              <a:latin typeface="Amasis MT Pro Black" panose="020F0502020204030204" pitchFamily="18" charset="0"/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0E2D5014-ECF4-EC87-F750-971DF32989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9666118"/>
              </p:ext>
            </p:extLst>
          </p:nvPr>
        </p:nvGraphicFramePr>
        <p:xfrm>
          <a:off x="1320529" y="2502538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61D6B72-3040-7916-383C-704D47267034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Objectives</a:t>
            </a:r>
            <a:endParaRPr u="sng" dirty="0">
              <a:latin typeface="Amasis MT Pro Black" panose="02040A040500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2168382-C38E-5C0C-0807-542965F7BA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2133" y="2667000"/>
          <a:ext cx="7704667" cy="3332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4AA8C96-46E0-CB2E-7F92-6189E5E00778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2843783" cy="5105400"/>
          </a:xfrm>
        </p:spPr>
        <p:txBody>
          <a:bodyPr>
            <a:normAutofit/>
          </a:bodyPr>
          <a:lstStyle/>
          <a:p>
            <a:b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</a:br>
            <a: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Components</a:t>
            </a:r>
            <a:b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</a:br>
            <a: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 Used</a:t>
            </a:r>
            <a:b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en-IN" sz="3200" u="sng" dirty="0">
              <a:solidFill>
                <a:srgbClr val="FFFFFF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D9D074-BD4E-6558-5361-16A68AD32E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85936811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17698" y="-12875"/>
            <a:ext cx="1953297" cy="6890194"/>
            <a:chOff x="2199787" y="-12875"/>
            <a:chExt cx="2679011" cy="6890194"/>
          </a:xfrm>
        </p:grpSpPr>
        <p:sp useBgFill="1">
          <p:nvSpPr>
            <p:cNvPr id="2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2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70459" y="0"/>
            <a:ext cx="1827609" cy="6858001"/>
            <a:chOff x="1320800" y="0"/>
            <a:chExt cx="2436813" cy="6858001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71799" y="685800"/>
            <a:ext cx="5509418" cy="1413933"/>
          </a:xfrm>
        </p:spPr>
        <p:txBody>
          <a:bodyPr>
            <a:normAutofit/>
          </a:bodyPr>
          <a:lstStyle/>
          <a:p>
            <a:r>
              <a:rPr lang="en-IN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Working Principle</a:t>
            </a:r>
            <a:endParaRPr lang="en-IN" u="sng" dirty="0">
              <a:latin typeface="Amasis MT Pro Black" panose="02040A040500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A250E9-77E6-17C6-C845-F82C190AC9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983" r="67738"/>
          <a:stretch>
            <a:fillRect/>
          </a:stretch>
        </p:blipFill>
        <p:spPr>
          <a:xfrm>
            <a:off x="20" y="10"/>
            <a:ext cx="2594352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2900" y="2048933"/>
            <a:ext cx="5744367" cy="3742267"/>
          </a:xfrm>
        </p:spPr>
        <p:txBody>
          <a:bodyPr>
            <a:normAutofit/>
          </a:bodyPr>
          <a:lstStyle/>
          <a:p>
            <a:endParaRPr lang="en-US" dirty="0"/>
          </a:p>
          <a:p>
            <a:pPr>
              <a:defRPr sz="2400"/>
            </a:pPr>
            <a:r>
              <a:rPr lang="en-US" dirty="0"/>
              <a:t>Ultrasonic detects vehicle entry</a:t>
            </a:r>
          </a:p>
          <a:p>
            <a:pPr>
              <a:defRPr sz="2400"/>
            </a:pPr>
            <a:r>
              <a:rPr lang="en-US" dirty="0"/>
              <a:t>IR sensor detects exit</a:t>
            </a:r>
          </a:p>
          <a:p>
            <a:pPr>
              <a:defRPr sz="2400"/>
            </a:pPr>
            <a:r>
              <a:rPr lang="en-US" dirty="0"/>
              <a:t>Servo controls gate</a:t>
            </a:r>
          </a:p>
          <a:p>
            <a:pPr>
              <a:defRPr sz="2400"/>
            </a:pPr>
            <a:r>
              <a:rPr lang="en-US" dirty="0"/>
              <a:t>OLED displays slot count</a:t>
            </a:r>
          </a:p>
          <a:p>
            <a:pPr>
              <a:defRPr sz="2400"/>
            </a:pPr>
            <a:r>
              <a:rPr lang="en-US" dirty="0"/>
              <a:t>LEDs show availability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A5747B-707C-D0D8-7A3F-DA0BCE8F4640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5175" y="1284051"/>
            <a:ext cx="3611881" cy="3723836"/>
          </a:xfrm>
        </p:spPr>
        <p:txBody>
          <a:bodyPr>
            <a:normAutofit/>
          </a:bodyPr>
          <a:lstStyle/>
          <a:p>
            <a:r>
              <a:rPr lang="en-IN" sz="34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System Architecture</a:t>
            </a:r>
          </a:p>
        </p:txBody>
      </p:sp>
      <p:sp useBgFill="1">
        <p:nvSpPr>
          <p:cNvPr id="28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9E6BC7DE-0A21-5CDF-79FD-D665C3B417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0679644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15592" y="0"/>
            <a:ext cx="3761187" cy="6862763"/>
            <a:chOff x="2928938" y="-4763"/>
            <a:chExt cx="5014912" cy="6862763"/>
          </a:xfrm>
        </p:grpSpPr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696" y="667808"/>
            <a:ext cx="8170607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5" y="1261872"/>
            <a:ext cx="3017329" cy="4334256"/>
          </a:xfrm>
        </p:spPr>
        <p:txBody>
          <a:bodyPr>
            <a:normAutofit/>
          </a:bodyPr>
          <a:lstStyle/>
          <a:p>
            <a: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Circuit Connections</a:t>
            </a:r>
            <a:b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</a:br>
            <a:endParaRPr lang="en-IN" sz="3100" u="sng" dirty="0">
              <a:latin typeface="Amasis MT Pro Black" panose="02040A04050005020304" pitchFamily="18" charset="0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1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949" y="1261873"/>
            <a:ext cx="4463259" cy="4449422"/>
          </a:xfrm>
        </p:spPr>
        <p:txBody>
          <a:bodyPr>
            <a:normAutofit/>
          </a:bodyPr>
          <a:lstStyle/>
          <a:p>
            <a:endParaRPr lang="en-IN" sz="1700" dirty="0"/>
          </a:p>
          <a:p>
            <a:pPr>
              <a:defRPr sz="2400"/>
            </a:pPr>
            <a:r>
              <a:rPr lang="en-IN" sz="1700" dirty="0"/>
              <a:t>Ultrasonic → Pins 6,7</a:t>
            </a:r>
          </a:p>
          <a:p>
            <a:pPr>
              <a:defRPr sz="2400"/>
            </a:pPr>
            <a:r>
              <a:rPr lang="en-IN" sz="1700" dirty="0"/>
              <a:t>IR Sensor → Pin 3</a:t>
            </a:r>
          </a:p>
          <a:p>
            <a:pPr>
              <a:defRPr sz="2400"/>
            </a:pPr>
            <a:r>
              <a:rPr lang="en-IN" sz="1700" dirty="0"/>
              <a:t>Servo → Pin 9</a:t>
            </a:r>
          </a:p>
          <a:p>
            <a:pPr>
              <a:defRPr sz="2400"/>
            </a:pPr>
            <a:r>
              <a:rPr lang="en-IN" sz="1700" dirty="0"/>
              <a:t>OLED → A4, A5</a:t>
            </a:r>
          </a:p>
          <a:p>
            <a:pPr>
              <a:defRPr sz="2400"/>
            </a:pPr>
            <a:r>
              <a:rPr lang="en-IN" sz="1700" dirty="0"/>
              <a:t>LEDs → Pins 10,11</a:t>
            </a:r>
          </a:p>
          <a:p>
            <a:pPr>
              <a:defRPr sz="2400"/>
            </a:pPr>
            <a:r>
              <a:rPr lang="en-IN" sz="1700" dirty="0"/>
              <a:t>VCC → 5V</a:t>
            </a:r>
          </a:p>
          <a:p>
            <a:pPr>
              <a:defRPr sz="2400"/>
            </a:pPr>
            <a:r>
              <a:rPr lang="en-IN" sz="1700" dirty="0"/>
              <a:t>Ground → GND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A933DA-0F7A-B776-4649-AAF93F2850B5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Algorithm</a:t>
            </a:r>
            <a:endParaRPr u="sng" dirty="0">
              <a:latin typeface="Amasis MT Pro Black" panose="02040A040500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8EA4A1-FF00-EB15-CA9E-1EE703B1BD1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82133" y="2667000"/>
          <a:ext cx="7704667" cy="3332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0DAC75F-37E6-27D9-6C5A-1705626DF650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ED1B64B-251E-446A-A285-6626C4EC0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D02B5D1-60D4-4D5B-AFD9-C986E2274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109" y="0"/>
            <a:ext cx="1827609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4E16489-5A93-4D86-AAAD-52DB55A814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BC99456E-7EAD-49F1-B2FE-C2C561C0BE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8">
              <a:extLst>
                <a:ext uri="{FF2B5EF4-FFF2-40B4-BE49-F238E27FC236}">
                  <a16:creationId xmlns:a16="http://schemas.microsoft.com/office/drawing/2014/main" id="{922702DF-10E7-4320-B99B-75D2EE97F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9">
              <a:extLst>
                <a:ext uri="{FF2B5EF4-FFF2-40B4-BE49-F238E27FC236}">
                  <a16:creationId xmlns:a16="http://schemas.microsoft.com/office/drawing/2014/main" id="{1EFA49A8-FE55-4D51-B1C9-11F13FFB71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0">
              <a:extLst>
                <a:ext uri="{FF2B5EF4-FFF2-40B4-BE49-F238E27FC236}">
                  <a16:creationId xmlns:a16="http://schemas.microsoft.com/office/drawing/2014/main" id="{4C63B37C-8CEE-4A72-AFD8-3C2DBD3725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1">
              <a:extLst>
                <a:ext uri="{FF2B5EF4-FFF2-40B4-BE49-F238E27FC236}">
                  <a16:creationId xmlns:a16="http://schemas.microsoft.com/office/drawing/2014/main" id="{31245F86-6106-4758-A825-71AC9D6F9E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512" y="2359151"/>
            <a:ext cx="2795040" cy="2648735"/>
          </a:xfrm>
        </p:spPr>
        <p:txBody>
          <a:bodyPr>
            <a:normAutofit/>
          </a:bodyPr>
          <a:lstStyle/>
          <a:p>
            <a: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Advantages</a:t>
            </a:r>
            <a:b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en-IN" sz="2900" u="sng" dirty="0">
              <a:solidFill>
                <a:srgbClr val="000000"/>
              </a:solidFill>
              <a:latin typeface="Amasis MT Pro Black" panose="02040A04050005020304" pitchFamily="18" charset="0"/>
            </a:endParaRPr>
          </a:p>
        </p:txBody>
      </p:sp>
      <p:sp useBgFill="1">
        <p:nvSpPr>
          <p:cNvPr id="28" name="Rounded Rectangle 16">
            <a:extLst>
              <a:ext uri="{FF2B5EF4-FFF2-40B4-BE49-F238E27FC236}">
                <a16:creationId xmlns:a16="http://schemas.microsoft.com/office/drawing/2014/main" id="{A27AE693-58E8-48BC-8ED0-568ABFEAB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65871" y="648931"/>
            <a:ext cx="5161397" cy="5231964"/>
          </a:xfrm>
          <a:prstGeom prst="roundRect">
            <a:avLst>
              <a:gd name="adj" fmla="val 4834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CB630F07-04A0-0173-D50F-0DADB9BC9A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6027825"/>
              </p:ext>
            </p:extLst>
          </p:nvPr>
        </p:nvGraphicFramePr>
        <p:xfrm>
          <a:off x="3705900" y="992181"/>
          <a:ext cx="4678020" cy="45662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F1012157-F4FD-CEEC-89EA-420B08D38785}"/>
              </a:ext>
            </a:extLst>
          </p:cNvPr>
          <p:cNvSpPr/>
          <p:nvPr/>
        </p:nvSpPr>
        <p:spPr>
          <a:xfrm>
            <a:off x="4479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FCD9B94-D70B-4446-85E5-ACD390428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erial view of a city skyline">
            <a:extLst>
              <a:ext uri="{FF2B5EF4-FFF2-40B4-BE49-F238E27FC236}">
                <a16:creationId xmlns:a16="http://schemas.microsoft.com/office/drawing/2014/main" id="{D72D9475-8D8C-926B-A40E-D474D9A4149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25000"/>
          </a:blip>
          <a:srcRect l="4892" r="6107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73151" y="639099"/>
            <a:ext cx="3563873" cy="5496525"/>
          </a:xfrm>
        </p:spPr>
        <p:txBody>
          <a:bodyPr>
            <a:normAutofit/>
          </a:bodyPr>
          <a:lstStyle/>
          <a:p>
            <a:pPr algn="r"/>
            <a:r>
              <a:rPr lang="en-IN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Applications</a:t>
            </a:r>
            <a:br>
              <a:rPr lang="en-IN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en-IN" sz="3700" u="sng" dirty="0">
              <a:latin typeface="Amasis MT Pro Black" panose="02040A04050005020304" pitchFamily="18" charset="0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3378FF8B-3743-48E1-88E3-F4CADB3DE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406171"/>
            <a:ext cx="0" cy="3431689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4953" y="639099"/>
            <a:ext cx="4943510" cy="4965833"/>
          </a:xfrm>
        </p:spPr>
        <p:txBody>
          <a:bodyPr>
            <a:normAutofit/>
          </a:bodyPr>
          <a:lstStyle/>
          <a:p>
            <a:endParaRPr lang="en-US"/>
          </a:p>
          <a:p>
            <a:pPr>
              <a:defRPr sz="2400"/>
            </a:pPr>
            <a:r>
              <a:rPr lang="en-US"/>
              <a:t>Shopping malls</a:t>
            </a:r>
          </a:p>
          <a:p>
            <a:pPr>
              <a:defRPr sz="2400"/>
            </a:pPr>
            <a:r>
              <a:rPr lang="en-US"/>
              <a:t>Airports</a:t>
            </a:r>
          </a:p>
          <a:p>
            <a:pPr>
              <a:defRPr sz="2400"/>
            </a:pPr>
            <a:r>
              <a:rPr lang="en-US"/>
              <a:t>Office parking</a:t>
            </a:r>
          </a:p>
          <a:p>
            <a:pPr>
              <a:defRPr sz="2400"/>
            </a:pPr>
            <a:r>
              <a:rPr lang="en-US"/>
              <a:t>Smart cities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7BCB97-D38A-2E42-9899-E3C9410091CB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06" y="1572768"/>
            <a:ext cx="2380266" cy="4407618"/>
          </a:xfrm>
        </p:spPr>
        <p:txBody>
          <a:bodyPr>
            <a:normAutofit/>
          </a:bodyPr>
          <a:lstStyle/>
          <a:p>
            <a:pPr algn="l"/>
            <a:r>
              <a:rPr lang="en-IN" sz="48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Result</a:t>
            </a:r>
            <a:br>
              <a:rPr lang="en-IN" sz="48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en-IN" sz="4800" u="sng" dirty="0">
              <a:latin typeface="Amasis MT Pro Black" panose="02040A04050005020304" pitchFamily="18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95397" y="1923563"/>
            <a:ext cx="0" cy="301752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603" y="764372"/>
            <a:ext cx="5314950" cy="5216013"/>
          </a:xfrm>
        </p:spPr>
        <p:txBody>
          <a:bodyPr anchor="ctr">
            <a:normAutofit/>
          </a:bodyPr>
          <a:lstStyle/>
          <a:p>
            <a:endParaRPr lang="en-US" dirty="0"/>
          </a:p>
          <a:p>
            <a:pPr>
              <a:defRPr sz="2400"/>
            </a:pPr>
            <a:r>
              <a:rPr lang="en-US" dirty="0"/>
              <a:t>Accurate slot detection</a:t>
            </a:r>
          </a:p>
          <a:p>
            <a:pPr>
              <a:defRPr sz="2400"/>
            </a:pPr>
            <a:r>
              <a:rPr lang="en-US" dirty="0"/>
              <a:t>Automatic gate operation</a:t>
            </a:r>
          </a:p>
          <a:p>
            <a:pPr>
              <a:defRPr sz="2400"/>
            </a:pPr>
            <a:r>
              <a:rPr lang="en-US" dirty="0"/>
              <a:t>Clear display of availability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5D4BF2-48AF-0433-4FB1-E61EFB41B3BD}"/>
              </a:ext>
            </a:extLst>
          </p:cNvPr>
          <p:cNvSpPr/>
          <p:nvPr/>
        </p:nvSpPr>
        <p:spPr>
          <a:xfrm>
            <a:off x="4479635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-1"/>
            <a:ext cx="3302781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0"/>
            <a:ext cx="2716259" cy="5276850"/>
          </a:xfrm>
        </p:spPr>
        <p:txBody>
          <a:bodyPr>
            <a:normAutofit/>
          </a:bodyPr>
          <a:lstStyle/>
          <a:p>
            <a:b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</a:br>
            <a: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Conclusion</a:t>
            </a:r>
            <a:br>
              <a:rPr lang="en-IN" sz="32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</a:br>
            <a:endParaRPr lang="en-IN" sz="3200" u="sng" dirty="0">
              <a:solidFill>
                <a:srgbClr val="FFFFFF"/>
              </a:solidFill>
              <a:latin typeface="Amasis MT Pro Black" panose="02040A040500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486469" y="0"/>
            <a:ext cx="1827609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EE82B0-7A6B-3C3D-7535-BB24DC1C1E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266726"/>
              </p:ext>
            </p:extLst>
          </p:nvPr>
        </p:nvGraphicFramePr>
        <p:xfrm>
          <a:off x="3757612" y="685800"/>
          <a:ext cx="4869656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9B73874-404A-9E58-470A-4D6E656B3219}"/>
              </a:ext>
            </a:extLst>
          </p:cNvPr>
          <p:cNvSpPr/>
          <p:nvPr/>
        </p:nvSpPr>
        <p:spPr>
          <a:xfrm>
            <a:off x="4479634" y="2967335"/>
            <a:ext cx="184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529" y="685800"/>
            <a:ext cx="7306739" cy="1752599"/>
          </a:xfrm>
        </p:spPr>
        <p:txBody>
          <a:bodyPr>
            <a:normAutofit/>
          </a:bodyPr>
          <a:lstStyle/>
          <a:p>
            <a:r>
              <a:rPr lang="en-IN" sz="5400" b="1" u="sng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  <a:latin typeface="Amasis MT Pro Black" panose="02040A04050005020304" pitchFamily="18" charset="0"/>
              </a:rPr>
              <a:t>Thank You</a:t>
            </a:r>
            <a:endParaRPr sz="5400" u="sng" dirty="0">
              <a:latin typeface="Amasis MT Pro Black" panose="02040A04050005020304" pitchFamily="18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A5229D9-75DA-FB0E-9F67-AE34BE1D73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8689385"/>
              </p:ext>
            </p:extLst>
          </p:nvPr>
        </p:nvGraphicFramePr>
        <p:xfrm>
          <a:off x="1320528" y="2694562"/>
          <a:ext cx="7306740" cy="3096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070AEF68-7CE8-48CF-AB7A-162AF60A47ED}"/>
              </a:ext>
            </a:extLst>
          </p:cNvPr>
          <p:cNvSpPr/>
          <p:nvPr/>
        </p:nvSpPr>
        <p:spPr>
          <a:xfrm>
            <a:off x="4479634" y="2967335"/>
            <a:ext cx="18473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endParaRPr lang="en-IN" sz="54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46</TotalTime>
  <Words>195</Words>
  <Application>Microsoft Office PowerPoint</Application>
  <PresentationFormat>On-screen Show (4:3)</PresentationFormat>
  <Paragraphs>65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Amasis MT Pro Black</vt:lpstr>
      <vt:lpstr>Arial</vt:lpstr>
      <vt:lpstr>Century Gothic</vt:lpstr>
      <vt:lpstr>Corbel</vt:lpstr>
      <vt:lpstr>Parallax</vt:lpstr>
      <vt:lpstr>Smart Parking System🚗</vt:lpstr>
      <vt:lpstr>Introduction </vt:lpstr>
      <vt:lpstr>Objectives</vt:lpstr>
      <vt:lpstr> Components  Used </vt:lpstr>
      <vt:lpstr>Working Principle</vt:lpstr>
      <vt:lpstr>System Architecture</vt:lpstr>
      <vt:lpstr>Circuit Connections </vt:lpstr>
      <vt:lpstr>Algorithm</vt:lpstr>
      <vt:lpstr>Advantages </vt:lpstr>
      <vt:lpstr>Applications </vt:lpstr>
      <vt:lpstr>Result </vt:lpstr>
      <vt:lpstr> Conclusion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Prajwal Tiwari</dc:creator>
  <cp:keywords/>
  <dc:description>generated using python-pptx</dc:description>
  <cp:lastModifiedBy>Prajwal Tiwari</cp:lastModifiedBy>
  <cp:revision>3</cp:revision>
  <dcterms:created xsi:type="dcterms:W3CDTF">2013-01-27T09:14:16Z</dcterms:created>
  <dcterms:modified xsi:type="dcterms:W3CDTF">2026-06-05T09:03:01Z</dcterms:modified>
  <cp:category/>
</cp:coreProperties>
</file>